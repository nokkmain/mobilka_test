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8" autoAdjust="0"/>
    <p:restoredTop sz="94660"/>
  </p:normalViewPr>
  <p:slideViewPr>
    <p:cSldViewPr snapToGrid="0">
      <p:cViewPr varScale="1">
        <p:scale>
          <a:sx n="62" d="100"/>
          <a:sy n="62" d="100"/>
        </p:scale>
        <p:origin x="72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2D55DB-94A6-413D-90C2-4FB23B0921E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C656853-A697-4A1B-BC53-787AB4503E15}">
      <dgm:prSet/>
      <dgm:spPr/>
      <dgm:t>
        <a:bodyPr/>
        <a:lstStyle/>
        <a:p>
          <a:pPr>
            <a:defRPr cap="all"/>
          </a:pPr>
          <a:r>
            <a:rPr lang="ru-RU"/>
            <a:t>Воспроизведение MP3 файлов с устройства</a:t>
          </a:r>
          <a:endParaRPr lang="en-US"/>
        </a:p>
      </dgm:t>
    </dgm:pt>
    <dgm:pt modelId="{3CAF11B1-F022-4526-8DE9-DC6D1C2E7BB0}" type="parTrans" cxnId="{822CB582-7E87-4DBF-A7E7-12F48E5B76FD}">
      <dgm:prSet/>
      <dgm:spPr/>
      <dgm:t>
        <a:bodyPr/>
        <a:lstStyle/>
        <a:p>
          <a:endParaRPr lang="en-US"/>
        </a:p>
      </dgm:t>
    </dgm:pt>
    <dgm:pt modelId="{6B14D68D-FD72-4904-A771-B8DA944520B9}" type="sibTrans" cxnId="{822CB582-7E87-4DBF-A7E7-12F48E5B76FD}">
      <dgm:prSet/>
      <dgm:spPr/>
      <dgm:t>
        <a:bodyPr/>
        <a:lstStyle/>
        <a:p>
          <a:endParaRPr lang="en-US"/>
        </a:p>
      </dgm:t>
    </dgm:pt>
    <dgm:pt modelId="{DA633314-FCA7-4B2C-989E-07CEB3DD75E6}">
      <dgm:prSet/>
      <dgm:spPr/>
      <dgm:t>
        <a:bodyPr/>
        <a:lstStyle/>
        <a:p>
          <a:pPr>
            <a:defRPr cap="all"/>
          </a:pPr>
          <a:r>
            <a:rPr lang="ru-RU"/>
            <a:t>Интуитивное управление</a:t>
          </a:r>
          <a:endParaRPr lang="en-US"/>
        </a:p>
      </dgm:t>
    </dgm:pt>
    <dgm:pt modelId="{BBFFB6D3-87D3-4158-BD74-6C19A83DED69}" type="parTrans" cxnId="{163A1890-D1EC-441D-A3CA-764C3BDB47B0}">
      <dgm:prSet/>
      <dgm:spPr/>
      <dgm:t>
        <a:bodyPr/>
        <a:lstStyle/>
        <a:p>
          <a:endParaRPr lang="en-US"/>
        </a:p>
      </dgm:t>
    </dgm:pt>
    <dgm:pt modelId="{CEA985FA-B987-46D0-9D0F-061666AA3883}" type="sibTrans" cxnId="{163A1890-D1EC-441D-A3CA-764C3BDB47B0}">
      <dgm:prSet/>
      <dgm:spPr/>
      <dgm:t>
        <a:bodyPr/>
        <a:lstStyle/>
        <a:p>
          <a:endParaRPr lang="en-US"/>
        </a:p>
      </dgm:t>
    </dgm:pt>
    <dgm:pt modelId="{EA7B006F-3E7F-4811-8798-82D4E5713935}">
      <dgm:prSet/>
      <dgm:spPr/>
      <dgm:t>
        <a:bodyPr/>
        <a:lstStyle/>
        <a:p>
          <a:pPr>
            <a:defRPr cap="all"/>
          </a:pPr>
          <a:r>
            <a:rPr lang="ru-RU"/>
            <a:t>Современный интерфейс</a:t>
          </a:r>
          <a:endParaRPr lang="en-US"/>
        </a:p>
      </dgm:t>
    </dgm:pt>
    <dgm:pt modelId="{919F6E56-1D61-4668-99A7-43BE88C07837}" type="parTrans" cxnId="{E9539CD4-115B-48BB-A23B-F8652F0E2FE5}">
      <dgm:prSet/>
      <dgm:spPr/>
      <dgm:t>
        <a:bodyPr/>
        <a:lstStyle/>
        <a:p>
          <a:endParaRPr lang="en-US"/>
        </a:p>
      </dgm:t>
    </dgm:pt>
    <dgm:pt modelId="{9D69711C-7D85-4C94-BFA3-2156FB99CB46}" type="sibTrans" cxnId="{E9539CD4-115B-48BB-A23B-F8652F0E2FE5}">
      <dgm:prSet/>
      <dgm:spPr/>
      <dgm:t>
        <a:bodyPr/>
        <a:lstStyle/>
        <a:p>
          <a:endParaRPr lang="en-US"/>
        </a:p>
      </dgm:t>
    </dgm:pt>
    <dgm:pt modelId="{209BF2A2-B397-488A-80B2-572ECC3C5D57}" type="pres">
      <dgm:prSet presAssocID="{8C2D55DB-94A6-413D-90C2-4FB23B0921E9}" presName="root" presStyleCnt="0">
        <dgm:presLayoutVars>
          <dgm:dir/>
          <dgm:resizeHandles val="exact"/>
        </dgm:presLayoutVars>
      </dgm:prSet>
      <dgm:spPr/>
    </dgm:pt>
    <dgm:pt modelId="{A6174907-D00B-4116-8A25-CA2B9F608893}" type="pres">
      <dgm:prSet presAssocID="{3C656853-A697-4A1B-BC53-787AB4503E15}" presName="compNode" presStyleCnt="0"/>
      <dgm:spPr/>
    </dgm:pt>
    <dgm:pt modelId="{973A9EEE-E71D-49E1-A788-AB00176590D6}" type="pres">
      <dgm:prSet presAssocID="{3C656853-A697-4A1B-BC53-787AB4503E15}" presName="iconBgRect" presStyleLbl="bgShp" presStyleIdx="0" presStyleCnt="3"/>
      <dgm:spPr/>
    </dgm:pt>
    <dgm:pt modelId="{F20819E8-C4C5-4977-8DD4-C971DE33841C}" type="pres">
      <dgm:prSet presAssocID="{3C656853-A697-4A1B-BC53-787AB4503E1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Монитор"/>
        </a:ext>
      </dgm:extLst>
    </dgm:pt>
    <dgm:pt modelId="{455B721A-7110-42E6-8B4B-BF5A95D641CB}" type="pres">
      <dgm:prSet presAssocID="{3C656853-A697-4A1B-BC53-787AB4503E15}" presName="spaceRect" presStyleCnt="0"/>
      <dgm:spPr/>
    </dgm:pt>
    <dgm:pt modelId="{F731602E-6FE8-4891-8EF6-4EEAA48D3F47}" type="pres">
      <dgm:prSet presAssocID="{3C656853-A697-4A1B-BC53-787AB4503E15}" presName="textRect" presStyleLbl="revTx" presStyleIdx="0" presStyleCnt="3">
        <dgm:presLayoutVars>
          <dgm:chMax val="1"/>
          <dgm:chPref val="1"/>
        </dgm:presLayoutVars>
      </dgm:prSet>
      <dgm:spPr/>
    </dgm:pt>
    <dgm:pt modelId="{DD618D04-81B1-4868-BA66-92085B8E376C}" type="pres">
      <dgm:prSet presAssocID="{6B14D68D-FD72-4904-A771-B8DA944520B9}" presName="sibTrans" presStyleCnt="0"/>
      <dgm:spPr/>
    </dgm:pt>
    <dgm:pt modelId="{1589B399-4698-4FF8-A395-A0068C3087D5}" type="pres">
      <dgm:prSet presAssocID="{DA633314-FCA7-4B2C-989E-07CEB3DD75E6}" presName="compNode" presStyleCnt="0"/>
      <dgm:spPr/>
    </dgm:pt>
    <dgm:pt modelId="{625C51F2-44C6-4E32-8452-1629D6A02312}" type="pres">
      <dgm:prSet presAssocID="{DA633314-FCA7-4B2C-989E-07CEB3DD75E6}" presName="iconBgRect" presStyleLbl="bgShp" presStyleIdx="1" presStyleCnt="3"/>
      <dgm:spPr/>
    </dgm:pt>
    <dgm:pt modelId="{133BA6FC-5AEB-4552-A426-FE99B8542E41}" type="pres">
      <dgm:prSet presAssocID="{DA633314-FCA7-4B2C-989E-07CEB3DD75E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Собрание"/>
        </a:ext>
      </dgm:extLst>
    </dgm:pt>
    <dgm:pt modelId="{A5640510-98C1-4C7D-8A67-45C0FCB2E49C}" type="pres">
      <dgm:prSet presAssocID="{DA633314-FCA7-4B2C-989E-07CEB3DD75E6}" presName="spaceRect" presStyleCnt="0"/>
      <dgm:spPr/>
    </dgm:pt>
    <dgm:pt modelId="{9DB0A549-0E77-4905-B69A-1017A0032493}" type="pres">
      <dgm:prSet presAssocID="{DA633314-FCA7-4B2C-989E-07CEB3DD75E6}" presName="textRect" presStyleLbl="revTx" presStyleIdx="1" presStyleCnt="3">
        <dgm:presLayoutVars>
          <dgm:chMax val="1"/>
          <dgm:chPref val="1"/>
        </dgm:presLayoutVars>
      </dgm:prSet>
      <dgm:spPr/>
    </dgm:pt>
    <dgm:pt modelId="{3F2B37AA-743C-410A-9C0D-55A144441F34}" type="pres">
      <dgm:prSet presAssocID="{CEA985FA-B987-46D0-9D0F-061666AA3883}" presName="sibTrans" presStyleCnt="0"/>
      <dgm:spPr/>
    </dgm:pt>
    <dgm:pt modelId="{292207AA-8F3A-412D-8AF3-AA5D1E320332}" type="pres">
      <dgm:prSet presAssocID="{EA7B006F-3E7F-4811-8798-82D4E5713935}" presName="compNode" presStyleCnt="0"/>
      <dgm:spPr/>
    </dgm:pt>
    <dgm:pt modelId="{B4851EE5-BCA2-4141-8B50-6298541295B0}" type="pres">
      <dgm:prSet presAssocID="{EA7B006F-3E7F-4811-8798-82D4E5713935}" presName="iconBgRect" presStyleLbl="bgShp" presStyleIdx="2" presStyleCnt="3"/>
      <dgm:spPr/>
    </dgm:pt>
    <dgm:pt modelId="{2EFA9973-7B8B-431D-B902-5871AF04ABB0}" type="pres">
      <dgm:prSet presAssocID="{EA7B006F-3E7F-4811-8798-82D4E571393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Ноутбук"/>
        </a:ext>
      </dgm:extLst>
    </dgm:pt>
    <dgm:pt modelId="{B1C0CDE5-B942-45A6-8D1B-D19AF309FC07}" type="pres">
      <dgm:prSet presAssocID="{EA7B006F-3E7F-4811-8798-82D4E5713935}" presName="spaceRect" presStyleCnt="0"/>
      <dgm:spPr/>
    </dgm:pt>
    <dgm:pt modelId="{A3E9A230-84A9-42CE-AF04-E86CBB7B7AAA}" type="pres">
      <dgm:prSet presAssocID="{EA7B006F-3E7F-4811-8798-82D4E571393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EDC702E-76C9-4DA5-B042-F3E4CC3FFA75}" type="presOf" srcId="{3C656853-A697-4A1B-BC53-787AB4503E15}" destId="{F731602E-6FE8-4891-8EF6-4EEAA48D3F47}" srcOrd="0" destOrd="0" presId="urn:microsoft.com/office/officeart/2018/5/layout/IconCircleLabelList"/>
    <dgm:cxn modelId="{023F9B3E-FBD6-4104-857C-AD4FBC9444FB}" type="presOf" srcId="{8C2D55DB-94A6-413D-90C2-4FB23B0921E9}" destId="{209BF2A2-B397-488A-80B2-572ECC3C5D57}" srcOrd="0" destOrd="0" presId="urn:microsoft.com/office/officeart/2018/5/layout/IconCircleLabelList"/>
    <dgm:cxn modelId="{822CB582-7E87-4DBF-A7E7-12F48E5B76FD}" srcId="{8C2D55DB-94A6-413D-90C2-4FB23B0921E9}" destId="{3C656853-A697-4A1B-BC53-787AB4503E15}" srcOrd="0" destOrd="0" parTransId="{3CAF11B1-F022-4526-8DE9-DC6D1C2E7BB0}" sibTransId="{6B14D68D-FD72-4904-A771-B8DA944520B9}"/>
    <dgm:cxn modelId="{163A1890-D1EC-441D-A3CA-764C3BDB47B0}" srcId="{8C2D55DB-94A6-413D-90C2-4FB23B0921E9}" destId="{DA633314-FCA7-4B2C-989E-07CEB3DD75E6}" srcOrd="1" destOrd="0" parTransId="{BBFFB6D3-87D3-4158-BD74-6C19A83DED69}" sibTransId="{CEA985FA-B987-46D0-9D0F-061666AA3883}"/>
    <dgm:cxn modelId="{E9539CD4-115B-48BB-A23B-F8652F0E2FE5}" srcId="{8C2D55DB-94A6-413D-90C2-4FB23B0921E9}" destId="{EA7B006F-3E7F-4811-8798-82D4E5713935}" srcOrd="2" destOrd="0" parTransId="{919F6E56-1D61-4668-99A7-43BE88C07837}" sibTransId="{9D69711C-7D85-4C94-BFA3-2156FB99CB46}"/>
    <dgm:cxn modelId="{250991DC-7EF6-49F6-8B83-535C8EB1F270}" type="presOf" srcId="{DA633314-FCA7-4B2C-989E-07CEB3DD75E6}" destId="{9DB0A549-0E77-4905-B69A-1017A0032493}" srcOrd="0" destOrd="0" presId="urn:microsoft.com/office/officeart/2018/5/layout/IconCircleLabelList"/>
    <dgm:cxn modelId="{E78EFADC-1FB1-4096-B715-BC61B0E8D3C2}" type="presOf" srcId="{EA7B006F-3E7F-4811-8798-82D4E5713935}" destId="{A3E9A230-84A9-42CE-AF04-E86CBB7B7AAA}" srcOrd="0" destOrd="0" presId="urn:microsoft.com/office/officeart/2018/5/layout/IconCircleLabelList"/>
    <dgm:cxn modelId="{F68B31DD-0D4B-4B05-A300-EE8689E9A81A}" type="presParOf" srcId="{209BF2A2-B397-488A-80B2-572ECC3C5D57}" destId="{A6174907-D00B-4116-8A25-CA2B9F608893}" srcOrd="0" destOrd="0" presId="urn:microsoft.com/office/officeart/2018/5/layout/IconCircleLabelList"/>
    <dgm:cxn modelId="{5457051A-8938-4ABE-85FB-138C83460B46}" type="presParOf" srcId="{A6174907-D00B-4116-8A25-CA2B9F608893}" destId="{973A9EEE-E71D-49E1-A788-AB00176590D6}" srcOrd="0" destOrd="0" presId="urn:microsoft.com/office/officeart/2018/5/layout/IconCircleLabelList"/>
    <dgm:cxn modelId="{DF5444DB-3F6D-4551-A665-59448BA966A0}" type="presParOf" srcId="{A6174907-D00B-4116-8A25-CA2B9F608893}" destId="{F20819E8-C4C5-4977-8DD4-C971DE33841C}" srcOrd="1" destOrd="0" presId="urn:microsoft.com/office/officeart/2018/5/layout/IconCircleLabelList"/>
    <dgm:cxn modelId="{3E88CA33-4F85-4B9D-9B66-72812FF25BCC}" type="presParOf" srcId="{A6174907-D00B-4116-8A25-CA2B9F608893}" destId="{455B721A-7110-42E6-8B4B-BF5A95D641CB}" srcOrd="2" destOrd="0" presId="urn:microsoft.com/office/officeart/2018/5/layout/IconCircleLabelList"/>
    <dgm:cxn modelId="{D0A5DCEA-0431-4158-B019-408D267B5613}" type="presParOf" srcId="{A6174907-D00B-4116-8A25-CA2B9F608893}" destId="{F731602E-6FE8-4891-8EF6-4EEAA48D3F47}" srcOrd="3" destOrd="0" presId="urn:microsoft.com/office/officeart/2018/5/layout/IconCircleLabelList"/>
    <dgm:cxn modelId="{FDC29C0A-E777-4F2C-96F6-48BAC02F186F}" type="presParOf" srcId="{209BF2A2-B397-488A-80B2-572ECC3C5D57}" destId="{DD618D04-81B1-4868-BA66-92085B8E376C}" srcOrd="1" destOrd="0" presId="urn:microsoft.com/office/officeart/2018/5/layout/IconCircleLabelList"/>
    <dgm:cxn modelId="{C089B52C-A24A-4658-A8F8-7F02C3DDB281}" type="presParOf" srcId="{209BF2A2-B397-488A-80B2-572ECC3C5D57}" destId="{1589B399-4698-4FF8-A395-A0068C3087D5}" srcOrd="2" destOrd="0" presId="urn:microsoft.com/office/officeart/2018/5/layout/IconCircleLabelList"/>
    <dgm:cxn modelId="{C4F07A8A-1F21-46C8-B55A-877352F0BBD5}" type="presParOf" srcId="{1589B399-4698-4FF8-A395-A0068C3087D5}" destId="{625C51F2-44C6-4E32-8452-1629D6A02312}" srcOrd="0" destOrd="0" presId="urn:microsoft.com/office/officeart/2018/5/layout/IconCircleLabelList"/>
    <dgm:cxn modelId="{BE2B7B56-5A88-42F2-BE13-89BFC69664E5}" type="presParOf" srcId="{1589B399-4698-4FF8-A395-A0068C3087D5}" destId="{133BA6FC-5AEB-4552-A426-FE99B8542E41}" srcOrd="1" destOrd="0" presId="urn:microsoft.com/office/officeart/2018/5/layout/IconCircleLabelList"/>
    <dgm:cxn modelId="{9DBC2DB1-A53C-44D0-BD69-FAEB1037FC28}" type="presParOf" srcId="{1589B399-4698-4FF8-A395-A0068C3087D5}" destId="{A5640510-98C1-4C7D-8A67-45C0FCB2E49C}" srcOrd="2" destOrd="0" presId="urn:microsoft.com/office/officeart/2018/5/layout/IconCircleLabelList"/>
    <dgm:cxn modelId="{AFB116B8-F97B-4AE9-9795-5AEBABDCF2B0}" type="presParOf" srcId="{1589B399-4698-4FF8-A395-A0068C3087D5}" destId="{9DB0A549-0E77-4905-B69A-1017A0032493}" srcOrd="3" destOrd="0" presId="urn:microsoft.com/office/officeart/2018/5/layout/IconCircleLabelList"/>
    <dgm:cxn modelId="{D2CEE026-3CAC-4712-B379-2FC96673AF7A}" type="presParOf" srcId="{209BF2A2-B397-488A-80B2-572ECC3C5D57}" destId="{3F2B37AA-743C-410A-9C0D-55A144441F34}" srcOrd="3" destOrd="0" presId="urn:microsoft.com/office/officeart/2018/5/layout/IconCircleLabelList"/>
    <dgm:cxn modelId="{23C20673-CC91-487B-9D91-5C8A233865B4}" type="presParOf" srcId="{209BF2A2-B397-488A-80B2-572ECC3C5D57}" destId="{292207AA-8F3A-412D-8AF3-AA5D1E320332}" srcOrd="4" destOrd="0" presId="urn:microsoft.com/office/officeart/2018/5/layout/IconCircleLabelList"/>
    <dgm:cxn modelId="{7012C28D-C252-44BE-B62E-EC3FB6941FAB}" type="presParOf" srcId="{292207AA-8F3A-412D-8AF3-AA5D1E320332}" destId="{B4851EE5-BCA2-4141-8B50-6298541295B0}" srcOrd="0" destOrd="0" presId="urn:microsoft.com/office/officeart/2018/5/layout/IconCircleLabelList"/>
    <dgm:cxn modelId="{58A1CE4D-1EAD-4D2A-AC08-D951DA4757D6}" type="presParOf" srcId="{292207AA-8F3A-412D-8AF3-AA5D1E320332}" destId="{2EFA9973-7B8B-431D-B902-5871AF04ABB0}" srcOrd="1" destOrd="0" presId="urn:microsoft.com/office/officeart/2018/5/layout/IconCircleLabelList"/>
    <dgm:cxn modelId="{640CC8BD-ED83-432C-B066-45494229C7BF}" type="presParOf" srcId="{292207AA-8F3A-412D-8AF3-AA5D1E320332}" destId="{B1C0CDE5-B942-45A6-8D1B-D19AF309FC07}" srcOrd="2" destOrd="0" presId="urn:microsoft.com/office/officeart/2018/5/layout/IconCircleLabelList"/>
    <dgm:cxn modelId="{A62238A5-AD42-4468-BDA4-5FC127F6B967}" type="presParOf" srcId="{292207AA-8F3A-412D-8AF3-AA5D1E320332}" destId="{A3E9A230-84A9-42CE-AF04-E86CBB7B7AA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9C0A46-B7E0-4976-B71F-5000D84EB87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DC4456B-00FE-4F7C-AD6F-C0291CDDB8E1}">
      <dgm:prSet/>
      <dgm:spPr/>
      <dgm:t>
        <a:bodyPr/>
        <a:lstStyle/>
        <a:p>
          <a:r>
            <a:rPr lang="en-US"/>
            <a:t>Kotlin - </a:t>
          </a:r>
          <a:r>
            <a:rPr lang="ru-RU"/>
            <a:t>основной язык</a:t>
          </a:r>
          <a:endParaRPr lang="en-US"/>
        </a:p>
      </dgm:t>
    </dgm:pt>
    <dgm:pt modelId="{A3B75A38-16F8-416C-9997-B1194E8ACEB1}" type="parTrans" cxnId="{A621BBF4-A315-4DC9-B53F-E2BCC13A1D2D}">
      <dgm:prSet/>
      <dgm:spPr/>
      <dgm:t>
        <a:bodyPr/>
        <a:lstStyle/>
        <a:p>
          <a:endParaRPr lang="en-US"/>
        </a:p>
      </dgm:t>
    </dgm:pt>
    <dgm:pt modelId="{C8074941-57B3-40B5-8FC5-4403D8DD43A1}" type="sibTrans" cxnId="{A621BBF4-A315-4DC9-B53F-E2BCC13A1D2D}">
      <dgm:prSet/>
      <dgm:spPr/>
      <dgm:t>
        <a:bodyPr/>
        <a:lstStyle/>
        <a:p>
          <a:endParaRPr lang="en-US"/>
        </a:p>
      </dgm:t>
    </dgm:pt>
    <dgm:pt modelId="{93733F70-6FE3-4F05-91D5-D5282675F712}">
      <dgm:prSet/>
      <dgm:spPr/>
      <dgm:t>
        <a:bodyPr/>
        <a:lstStyle/>
        <a:p>
          <a:r>
            <a:rPr lang="en-US"/>
            <a:t>Android SDK</a:t>
          </a:r>
        </a:p>
      </dgm:t>
    </dgm:pt>
    <dgm:pt modelId="{0A9FC7A3-34BD-4814-89E6-F2FF72425D07}" type="parTrans" cxnId="{48739C44-5089-45A5-9641-E8B4F2B6F5DF}">
      <dgm:prSet/>
      <dgm:spPr/>
      <dgm:t>
        <a:bodyPr/>
        <a:lstStyle/>
        <a:p>
          <a:endParaRPr lang="en-US"/>
        </a:p>
      </dgm:t>
    </dgm:pt>
    <dgm:pt modelId="{73CE01D1-8815-448A-B468-73E886E4BF1A}" type="sibTrans" cxnId="{48739C44-5089-45A5-9641-E8B4F2B6F5DF}">
      <dgm:prSet/>
      <dgm:spPr/>
      <dgm:t>
        <a:bodyPr/>
        <a:lstStyle/>
        <a:p>
          <a:endParaRPr lang="en-US"/>
        </a:p>
      </dgm:t>
    </dgm:pt>
    <dgm:pt modelId="{B39235C8-134E-4D7D-AC81-02B922253D25}">
      <dgm:prSet/>
      <dgm:spPr/>
      <dgm:t>
        <a:bodyPr/>
        <a:lstStyle/>
        <a:p>
          <a:r>
            <a:rPr lang="en-US"/>
            <a:t>MediaPlayer API </a:t>
          </a:r>
          <a:r>
            <a:rPr lang="ru-RU"/>
            <a:t>для работы со звуком</a:t>
          </a:r>
          <a:endParaRPr lang="en-US"/>
        </a:p>
      </dgm:t>
    </dgm:pt>
    <dgm:pt modelId="{A74712D9-EB6F-4A84-97AF-06B5997B98B0}" type="parTrans" cxnId="{DE0AFF12-00B2-4DED-A0A1-B327A0362562}">
      <dgm:prSet/>
      <dgm:spPr/>
      <dgm:t>
        <a:bodyPr/>
        <a:lstStyle/>
        <a:p>
          <a:endParaRPr lang="en-US"/>
        </a:p>
      </dgm:t>
    </dgm:pt>
    <dgm:pt modelId="{9858D55D-5604-4EC7-88E6-E23ACC5CCFB5}" type="sibTrans" cxnId="{DE0AFF12-00B2-4DED-A0A1-B327A0362562}">
      <dgm:prSet/>
      <dgm:spPr/>
      <dgm:t>
        <a:bodyPr/>
        <a:lstStyle/>
        <a:p>
          <a:endParaRPr lang="en-US"/>
        </a:p>
      </dgm:t>
    </dgm:pt>
    <dgm:pt modelId="{28A1A3DC-9F21-4FDF-9668-A7C0C77978AF}">
      <dgm:prSet/>
      <dgm:spPr/>
      <dgm:t>
        <a:bodyPr/>
        <a:lstStyle/>
        <a:p>
          <a:r>
            <a:rPr lang="en-US"/>
            <a:t>XML </a:t>
          </a:r>
          <a:r>
            <a:rPr lang="ru-RU"/>
            <a:t>для интерфейса</a:t>
          </a:r>
          <a:endParaRPr lang="en-US"/>
        </a:p>
      </dgm:t>
    </dgm:pt>
    <dgm:pt modelId="{D6454D89-F8E9-4136-AAC6-509FDCC7AF92}" type="parTrans" cxnId="{87187607-C9FD-4C45-9A01-93B758E48C99}">
      <dgm:prSet/>
      <dgm:spPr/>
      <dgm:t>
        <a:bodyPr/>
        <a:lstStyle/>
        <a:p>
          <a:endParaRPr lang="en-US"/>
        </a:p>
      </dgm:t>
    </dgm:pt>
    <dgm:pt modelId="{64D4D849-8A25-4CDC-8182-63C976CB43AA}" type="sibTrans" cxnId="{87187607-C9FD-4C45-9A01-93B758E48C99}">
      <dgm:prSet/>
      <dgm:spPr/>
      <dgm:t>
        <a:bodyPr/>
        <a:lstStyle/>
        <a:p>
          <a:endParaRPr lang="en-US"/>
        </a:p>
      </dgm:t>
    </dgm:pt>
    <dgm:pt modelId="{7C1CBDDB-8567-4116-BA14-A6538350912E}" type="pres">
      <dgm:prSet presAssocID="{0A9C0A46-B7E0-4976-B71F-5000D84EB873}" presName="linear" presStyleCnt="0">
        <dgm:presLayoutVars>
          <dgm:animLvl val="lvl"/>
          <dgm:resizeHandles val="exact"/>
        </dgm:presLayoutVars>
      </dgm:prSet>
      <dgm:spPr/>
    </dgm:pt>
    <dgm:pt modelId="{615E281E-579B-491F-AFF2-D33A8E6177FC}" type="pres">
      <dgm:prSet presAssocID="{ADC4456B-00FE-4F7C-AD6F-C0291CDDB8E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42D90BE-0C95-47F8-8066-6243C5B8D1BF}" type="pres">
      <dgm:prSet presAssocID="{C8074941-57B3-40B5-8FC5-4403D8DD43A1}" presName="spacer" presStyleCnt="0"/>
      <dgm:spPr/>
    </dgm:pt>
    <dgm:pt modelId="{89E7A4DB-907A-4ADB-8FCE-97D854BC5366}" type="pres">
      <dgm:prSet presAssocID="{93733F70-6FE3-4F05-91D5-D5282675F71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E1A2EB1-5E1B-43DA-A0B8-B7D430222A90}" type="pres">
      <dgm:prSet presAssocID="{73CE01D1-8815-448A-B468-73E886E4BF1A}" presName="spacer" presStyleCnt="0"/>
      <dgm:spPr/>
    </dgm:pt>
    <dgm:pt modelId="{7B45F716-A329-402C-82E8-9E04BC175FC8}" type="pres">
      <dgm:prSet presAssocID="{B39235C8-134E-4D7D-AC81-02B922253D2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B70B25C-C6CE-48C1-A199-673697AB3BDC}" type="pres">
      <dgm:prSet presAssocID="{9858D55D-5604-4EC7-88E6-E23ACC5CCFB5}" presName="spacer" presStyleCnt="0"/>
      <dgm:spPr/>
    </dgm:pt>
    <dgm:pt modelId="{02D98BC0-8FA9-4313-BF9E-EA3B3492CEB0}" type="pres">
      <dgm:prSet presAssocID="{28A1A3DC-9F21-4FDF-9668-A7C0C77978A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7187607-C9FD-4C45-9A01-93B758E48C99}" srcId="{0A9C0A46-B7E0-4976-B71F-5000D84EB873}" destId="{28A1A3DC-9F21-4FDF-9668-A7C0C77978AF}" srcOrd="3" destOrd="0" parTransId="{D6454D89-F8E9-4136-AAC6-509FDCC7AF92}" sibTransId="{64D4D849-8A25-4CDC-8182-63C976CB43AA}"/>
    <dgm:cxn modelId="{DE0AFF12-00B2-4DED-A0A1-B327A0362562}" srcId="{0A9C0A46-B7E0-4976-B71F-5000D84EB873}" destId="{B39235C8-134E-4D7D-AC81-02B922253D25}" srcOrd="2" destOrd="0" parTransId="{A74712D9-EB6F-4A84-97AF-06B5997B98B0}" sibTransId="{9858D55D-5604-4EC7-88E6-E23ACC5CCFB5}"/>
    <dgm:cxn modelId="{1D76C63A-EC4A-4BE5-9AAD-2BE2F86861CA}" type="presOf" srcId="{0A9C0A46-B7E0-4976-B71F-5000D84EB873}" destId="{7C1CBDDB-8567-4116-BA14-A6538350912E}" srcOrd="0" destOrd="0" presId="urn:microsoft.com/office/officeart/2005/8/layout/vList2"/>
    <dgm:cxn modelId="{48739C44-5089-45A5-9641-E8B4F2B6F5DF}" srcId="{0A9C0A46-B7E0-4976-B71F-5000D84EB873}" destId="{93733F70-6FE3-4F05-91D5-D5282675F712}" srcOrd="1" destOrd="0" parTransId="{0A9FC7A3-34BD-4814-89E6-F2FF72425D07}" sibTransId="{73CE01D1-8815-448A-B468-73E886E4BF1A}"/>
    <dgm:cxn modelId="{6912937D-B92E-4E79-8E3B-9FE52C85A30F}" type="presOf" srcId="{B39235C8-134E-4D7D-AC81-02B922253D25}" destId="{7B45F716-A329-402C-82E8-9E04BC175FC8}" srcOrd="0" destOrd="0" presId="urn:microsoft.com/office/officeart/2005/8/layout/vList2"/>
    <dgm:cxn modelId="{B86219BF-0BA3-48B4-A5D0-2B2B1C092D7F}" type="presOf" srcId="{93733F70-6FE3-4F05-91D5-D5282675F712}" destId="{89E7A4DB-907A-4ADB-8FCE-97D854BC5366}" srcOrd="0" destOrd="0" presId="urn:microsoft.com/office/officeart/2005/8/layout/vList2"/>
    <dgm:cxn modelId="{D5572FBF-FA69-4504-BD15-C1D090D8DA2E}" type="presOf" srcId="{ADC4456B-00FE-4F7C-AD6F-C0291CDDB8E1}" destId="{615E281E-579B-491F-AFF2-D33A8E6177FC}" srcOrd="0" destOrd="0" presId="urn:microsoft.com/office/officeart/2005/8/layout/vList2"/>
    <dgm:cxn modelId="{8186DAE5-4FB3-4A12-A6C9-9A1300C83B2D}" type="presOf" srcId="{28A1A3DC-9F21-4FDF-9668-A7C0C77978AF}" destId="{02D98BC0-8FA9-4313-BF9E-EA3B3492CEB0}" srcOrd="0" destOrd="0" presId="urn:microsoft.com/office/officeart/2005/8/layout/vList2"/>
    <dgm:cxn modelId="{A621BBF4-A315-4DC9-B53F-E2BCC13A1D2D}" srcId="{0A9C0A46-B7E0-4976-B71F-5000D84EB873}" destId="{ADC4456B-00FE-4F7C-AD6F-C0291CDDB8E1}" srcOrd="0" destOrd="0" parTransId="{A3B75A38-16F8-416C-9997-B1194E8ACEB1}" sibTransId="{C8074941-57B3-40B5-8FC5-4403D8DD43A1}"/>
    <dgm:cxn modelId="{52BE4FCA-2572-46F7-9616-E4EAF2B87FEC}" type="presParOf" srcId="{7C1CBDDB-8567-4116-BA14-A6538350912E}" destId="{615E281E-579B-491F-AFF2-D33A8E6177FC}" srcOrd="0" destOrd="0" presId="urn:microsoft.com/office/officeart/2005/8/layout/vList2"/>
    <dgm:cxn modelId="{BFB025C2-FAF0-4435-8872-FC8B4C33A661}" type="presParOf" srcId="{7C1CBDDB-8567-4116-BA14-A6538350912E}" destId="{142D90BE-0C95-47F8-8066-6243C5B8D1BF}" srcOrd="1" destOrd="0" presId="urn:microsoft.com/office/officeart/2005/8/layout/vList2"/>
    <dgm:cxn modelId="{F212CA8C-4A32-48DD-86A2-05688032FB4D}" type="presParOf" srcId="{7C1CBDDB-8567-4116-BA14-A6538350912E}" destId="{89E7A4DB-907A-4ADB-8FCE-97D854BC5366}" srcOrd="2" destOrd="0" presId="urn:microsoft.com/office/officeart/2005/8/layout/vList2"/>
    <dgm:cxn modelId="{3E78E51C-43FC-4D58-BD1F-33B2E293F82D}" type="presParOf" srcId="{7C1CBDDB-8567-4116-BA14-A6538350912E}" destId="{4E1A2EB1-5E1B-43DA-A0B8-B7D430222A90}" srcOrd="3" destOrd="0" presId="urn:microsoft.com/office/officeart/2005/8/layout/vList2"/>
    <dgm:cxn modelId="{C20FFB40-3922-441A-B955-F893E08C3D5C}" type="presParOf" srcId="{7C1CBDDB-8567-4116-BA14-A6538350912E}" destId="{7B45F716-A329-402C-82E8-9E04BC175FC8}" srcOrd="4" destOrd="0" presId="urn:microsoft.com/office/officeart/2005/8/layout/vList2"/>
    <dgm:cxn modelId="{B03A5E0C-A586-4682-9B6E-80E7E0603BE0}" type="presParOf" srcId="{7C1CBDDB-8567-4116-BA14-A6538350912E}" destId="{CB70B25C-C6CE-48C1-A199-673697AB3BDC}" srcOrd="5" destOrd="0" presId="urn:microsoft.com/office/officeart/2005/8/layout/vList2"/>
    <dgm:cxn modelId="{361CAEFD-D872-430C-8D2E-C4426497AAD4}" type="presParOf" srcId="{7C1CBDDB-8567-4116-BA14-A6538350912E}" destId="{02D98BC0-8FA9-4313-BF9E-EA3B3492CEB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960A82-6490-4AF4-84E8-3C6AABECF6C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1A37039-5D5A-455D-A95D-E390A055C5E4}">
      <dgm:prSet/>
      <dgm:spPr/>
      <dgm:t>
        <a:bodyPr/>
        <a:lstStyle/>
        <a:p>
          <a:r>
            <a:rPr lang="ru-RU"/>
            <a:t>✅ Play/Pause воспроизведение</a:t>
          </a:r>
          <a:endParaRPr lang="en-US"/>
        </a:p>
      </dgm:t>
    </dgm:pt>
    <dgm:pt modelId="{491D6828-8330-4B6C-B4A1-AE56CC14477A}" type="parTrans" cxnId="{B526049E-0CE0-451C-97ED-E702F6FEE1DE}">
      <dgm:prSet/>
      <dgm:spPr/>
      <dgm:t>
        <a:bodyPr/>
        <a:lstStyle/>
        <a:p>
          <a:endParaRPr lang="en-US"/>
        </a:p>
      </dgm:t>
    </dgm:pt>
    <dgm:pt modelId="{150F41B0-9263-445E-8F04-DA3EB3F3D8ED}" type="sibTrans" cxnId="{B526049E-0CE0-451C-97ED-E702F6FEE1DE}">
      <dgm:prSet/>
      <dgm:spPr/>
      <dgm:t>
        <a:bodyPr/>
        <a:lstStyle/>
        <a:p>
          <a:endParaRPr lang="en-US"/>
        </a:p>
      </dgm:t>
    </dgm:pt>
    <dgm:pt modelId="{2C4B0DEB-386F-433B-B48A-0864F8254D6A}">
      <dgm:prSet/>
      <dgm:spPr/>
      <dgm:t>
        <a:bodyPr/>
        <a:lstStyle/>
        <a:p>
          <a:r>
            <a:rPr lang="ru-RU"/>
            <a:t>✅ Переключение треков (Next/Prev)</a:t>
          </a:r>
          <a:endParaRPr lang="en-US"/>
        </a:p>
      </dgm:t>
    </dgm:pt>
    <dgm:pt modelId="{DA828982-E70F-4F1E-8258-2A74AE2876D8}" type="parTrans" cxnId="{D2E88DE9-122E-4DFA-8E32-2B2E0FB074F2}">
      <dgm:prSet/>
      <dgm:spPr/>
      <dgm:t>
        <a:bodyPr/>
        <a:lstStyle/>
        <a:p>
          <a:endParaRPr lang="en-US"/>
        </a:p>
      </dgm:t>
    </dgm:pt>
    <dgm:pt modelId="{55791352-B72B-4B30-B280-31C66117F640}" type="sibTrans" cxnId="{D2E88DE9-122E-4DFA-8E32-2B2E0FB074F2}">
      <dgm:prSet/>
      <dgm:spPr/>
      <dgm:t>
        <a:bodyPr/>
        <a:lstStyle/>
        <a:p>
          <a:endParaRPr lang="en-US"/>
        </a:p>
      </dgm:t>
    </dgm:pt>
    <dgm:pt modelId="{074F3B12-701F-4502-B364-43B60B460F05}">
      <dgm:prSet/>
      <dgm:spPr/>
      <dgm:t>
        <a:bodyPr/>
        <a:lstStyle/>
        <a:p>
          <a:r>
            <a:rPr lang="ru-RU"/>
            <a:t>✅ Прогресс-бар с перемоткой</a:t>
          </a:r>
          <a:endParaRPr lang="en-US"/>
        </a:p>
      </dgm:t>
    </dgm:pt>
    <dgm:pt modelId="{382A5F88-9A2A-4DAB-ACB6-B5EBFBFDB8A7}" type="parTrans" cxnId="{90984E6F-AF6C-4DAC-A456-FFA7B1121C7A}">
      <dgm:prSet/>
      <dgm:spPr/>
      <dgm:t>
        <a:bodyPr/>
        <a:lstStyle/>
        <a:p>
          <a:endParaRPr lang="en-US"/>
        </a:p>
      </dgm:t>
    </dgm:pt>
    <dgm:pt modelId="{93607680-B477-4E74-93CA-A0938D30D069}" type="sibTrans" cxnId="{90984E6F-AF6C-4DAC-A456-FFA7B1121C7A}">
      <dgm:prSet/>
      <dgm:spPr/>
      <dgm:t>
        <a:bodyPr/>
        <a:lstStyle/>
        <a:p>
          <a:endParaRPr lang="en-US"/>
        </a:p>
      </dgm:t>
    </dgm:pt>
    <dgm:pt modelId="{184966AE-9D46-4354-B14C-DC77A386E3EE}">
      <dgm:prSet/>
      <dgm:spPr/>
      <dgm:t>
        <a:bodyPr/>
        <a:lstStyle/>
        <a:p>
          <a:r>
            <a:rPr lang="ru-RU"/>
            <a:t>✅ Отображение времени трека</a:t>
          </a:r>
          <a:endParaRPr lang="en-US"/>
        </a:p>
      </dgm:t>
    </dgm:pt>
    <dgm:pt modelId="{F1D6B557-3D77-49C6-8792-D1E3AE31026C}" type="parTrans" cxnId="{764E0D10-E970-43CC-AFB2-35B07F48B2BC}">
      <dgm:prSet/>
      <dgm:spPr/>
      <dgm:t>
        <a:bodyPr/>
        <a:lstStyle/>
        <a:p>
          <a:endParaRPr lang="en-US"/>
        </a:p>
      </dgm:t>
    </dgm:pt>
    <dgm:pt modelId="{F6EE7EA2-20EA-46ED-BC9C-8D1904C64A19}" type="sibTrans" cxnId="{764E0D10-E970-43CC-AFB2-35B07F48B2BC}">
      <dgm:prSet/>
      <dgm:spPr/>
      <dgm:t>
        <a:bodyPr/>
        <a:lstStyle/>
        <a:p>
          <a:endParaRPr lang="en-US"/>
        </a:p>
      </dgm:t>
    </dgm:pt>
    <dgm:pt modelId="{2DA66AC7-E407-4913-AD79-82E00DDDBF02}">
      <dgm:prSet/>
      <dgm:spPr/>
      <dgm:t>
        <a:bodyPr/>
        <a:lstStyle/>
        <a:p>
          <a:r>
            <a:rPr lang="ru-RU"/>
            <a:t>✅ Автопереход к следующей песне</a:t>
          </a:r>
          <a:endParaRPr lang="en-US"/>
        </a:p>
      </dgm:t>
    </dgm:pt>
    <dgm:pt modelId="{42AF6401-0E33-4608-9429-05FE6951E984}" type="parTrans" cxnId="{0CAFB726-4BD3-4E06-B9F0-63AADD039CC6}">
      <dgm:prSet/>
      <dgm:spPr/>
      <dgm:t>
        <a:bodyPr/>
        <a:lstStyle/>
        <a:p>
          <a:endParaRPr lang="en-US"/>
        </a:p>
      </dgm:t>
    </dgm:pt>
    <dgm:pt modelId="{C53DD7AF-17DC-45A8-8465-8EDF783B23DE}" type="sibTrans" cxnId="{0CAFB726-4BD3-4E06-B9F0-63AADD039CC6}">
      <dgm:prSet/>
      <dgm:spPr/>
      <dgm:t>
        <a:bodyPr/>
        <a:lstStyle/>
        <a:p>
          <a:endParaRPr lang="en-US"/>
        </a:p>
      </dgm:t>
    </dgm:pt>
    <dgm:pt modelId="{A39BB41F-8F85-40AA-88F5-7C6BE67268C5}" type="pres">
      <dgm:prSet presAssocID="{F1960A82-6490-4AF4-84E8-3C6AABECF6CC}" presName="linear" presStyleCnt="0">
        <dgm:presLayoutVars>
          <dgm:animLvl val="lvl"/>
          <dgm:resizeHandles val="exact"/>
        </dgm:presLayoutVars>
      </dgm:prSet>
      <dgm:spPr/>
    </dgm:pt>
    <dgm:pt modelId="{3DFD5A03-FB32-4ADD-998A-F0EB970F9E3C}" type="pres">
      <dgm:prSet presAssocID="{B1A37039-5D5A-455D-A95D-E390A055C5E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AD7EDC5-8020-4AA7-A0D3-C3A1518928B6}" type="pres">
      <dgm:prSet presAssocID="{150F41B0-9263-445E-8F04-DA3EB3F3D8ED}" presName="spacer" presStyleCnt="0"/>
      <dgm:spPr/>
    </dgm:pt>
    <dgm:pt modelId="{FCEA8B1D-704D-48EB-B83D-8558ABF4BD28}" type="pres">
      <dgm:prSet presAssocID="{2C4B0DEB-386F-433B-B48A-0864F8254D6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458E344-77AC-4970-AFC2-E7D45F1E3ACE}" type="pres">
      <dgm:prSet presAssocID="{55791352-B72B-4B30-B280-31C66117F640}" presName="spacer" presStyleCnt="0"/>
      <dgm:spPr/>
    </dgm:pt>
    <dgm:pt modelId="{159F2579-FD68-43D2-8951-738D08B49707}" type="pres">
      <dgm:prSet presAssocID="{074F3B12-701F-4502-B364-43B60B460F0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C91C270-0BCF-4D8F-81E1-B1998BF41289}" type="pres">
      <dgm:prSet presAssocID="{93607680-B477-4E74-93CA-A0938D30D069}" presName="spacer" presStyleCnt="0"/>
      <dgm:spPr/>
    </dgm:pt>
    <dgm:pt modelId="{438C150A-76B7-4EF1-9400-81DC2FE5716E}" type="pres">
      <dgm:prSet presAssocID="{184966AE-9D46-4354-B14C-DC77A386E3E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DFA331A-D088-44AD-885A-9ABCD83806D5}" type="pres">
      <dgm:prSet presAssocID="{F6EE7EA2-20EA-46ED-BC9C-8D1904C64A19}" presName="spacer" presStyleCnt="0"/>
      <dgm:spPr/>
    </dgm:pt>
    <dgm:pt modelId="{CF93B77B-5990-4788-9079-67334449D220}" type="pres">
      <dgm:prSet presAssocID="{2DA66AC7-E407-4913-AD79-82E00DDDBF0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9D5AB02-D7B0-4CCC-89E6-EA9DAC793DBA}" type="presOf" srcId="{B1A37039-5D5A-455D-A95D-E390A055C5E4}" destId="{3DFD5A03-FB32-4ADD-998A-F0EB970F9E3C}" srcOrd="0" destOrd="0" presId="urn:microsoft.com/office/officeart/2005/8/layout/vList2"/>
    <dgm:cxn modelId="{764E0D10-E970-43CC-AFB2-35B07F48B2BC}" srcId="{F1960A82-6490-4AF4-84E8-3C6AABECF6CC}" destId="{184966AE-9D46-4354-B14C-DC77A386E3EE}" srcOrd="3" destOrd="0" parTransId="{F1D6B557-3D77-49C6-8792-D1E3AE31026C}" sibTransId="{F6EE7EA2-20EA-46ED-BC9C-8D1904C64A19}"/>
    <dgm:cxn modelId="{0CAFB726-4BD3-4E06-B9F0-63AADD039CC6}" srcId="{F1960A82-6490-4AF4-84E8-3C6AABECF6CC}" destId="{2DA66AC7-E407-4913-AD79-82E00DDDBF02}" srcOrd="4" destOrd="0" parTransId="{42AF6401-0E33-4608-9429-05FE6951E984}" sibTransId="{C53DD7AF-17DC-45A8-8465-8EDF783B23DE}"/>
    <dgm:cxn modelId="{55C1E626-BB25-4121-92AE-450197E9B07F}" type="presOf" srcId="{2DA66AC7-E407-4913-AD79-82E00DDDBF02}" destId="{CF93B77B-5990-4788-9079-67334449D220}" srcOrd="0" destOrd="0" presId="urn:microsoft.com/office/officeart/2005/8/layout/vList2"/>
    <dgm:cxn modelId="{9540FE2B-3DFD-4155-ACF2-0C5A0BE5AB11}" type="presOf" srcId="{184966AE-9D46-4354-B14C-DC77A386E3EE}" destId="{438C150A-76B7-4EF1-9400-81DC2FE5716E}" srcOrd="0" destOrd="0" presId="urn:microsoft.com/office/officeart/2005/8/layout/vList2"/>
    <dgm:cxn modelId="{8B2A366D-A215-4110-8CE0-FEA8B6C994B3}" type="presOf" srcId="{2C4B0DEB-386F-433B-B48A-0864F8254D6A}" destId="{FCEA8B1D-704D-48EB-B83D-8558ABF4BD28}" srcOrd="0" destOrd="0" presId="urn:microsoft.com/office/officeart/2005/8/layout/vList2"/>
    <dgm:cxn modelId="{90984E6F-AF6C-4DAC-A456-FFA7B1121C7A}" srcId="{F1960A82-6490-4AF4-84E8-3C6AABECF6CC}" destId="{074F3B12-701F-4502-B364-43B60B460F05}" srcOrd="2" destOrd="0" parTransId="{382A5F88-9A2A-4DAB-ACB6-B5EBFBFDB8A7}" sibTransId="{93607680-B477-4E74-93CA-A0938D30D069}"/>
    <dgm:cxn modelId="{B526049E-0CE0-451C-97ED-E702F6FEE1DE}" srcId="{F1960A82-6490-4AF4-84E8-3C6AABECF6CC}" destId="{B1A37039-5D5A-455D-A95D-E390A055C5E4}" srcOrd="0" destOrd="0" parTransId="{491D6828-8330-4B6C-B4A1-AE56CC14477A}" sibTransId="{150F41B0-9263-445E-8F04-DA3EB3F3D8ED}"/>
    <dgm:cxn modelId="{0AE5BABB-ADFF-43CC-96F3-81EAB0555FD8}" type="presOf" srcId="{F1960A82-6490-4AF4-84E8-3C6AABECF6CC}" destId="{A39BB41F-8F85-40AA-88F5-7C6BE67268C5}" srcOrd="0" destOrd="0" presId="urn:microsoft.com/office/officeart/2005/8/layout/vList2"/>
    <dgm:cxn modelId="{978DD3BD-34A6-449A-B99C-F24B9A5AC62E}" type="presOf" srcId="{074F3B12-701F-4502-B364-43B60B460F05}" destId="{159F2579-FD68-43D2-8951-738D08B49707}" srcOrd="0" destOrd="0" presId="urn:microsoft.com/office/officeart/2005/8/layout/vList2"/>
    <dgm:cxn modelId="{D2E88DE9-122E-4DFA-8E32-2B2E0FB074F2}" srcId="{F1960A82-6490-4AF4-84E8-3C6AABECF6CC}" destId="{2C4B0DEB-386F-433B-B48A-0864F8254D6A}" srcOrd="1" destOrd="0" parTransId="{DA828982-E70F-4F1E-8258-2A74AE2876D8}" sibTransId="{55791352-B72B-4B30-B280-31C66117F640}"/>
    <dgm:cxn modelId="{610546CB-21BE-45FA-85DF-3D206E30F3FA}" type="presParOf" srcId="{A39BB41F-8F85-40AA-88F5-7C6BE67268C5}" destId="{3DFD5A03-FB32-4ADD-998A-F0EB970F9E3C}" srcOrd="0" destOrd="0" presId="urn:microsoft.com/office/officeart/2005/8/layout/vList2"/>
    <dgm:cxn modelId="{9E3197B0-3217-4DC7-88D7-EC873821C620}" type="presParOf" srcId="{A39BB41F-8F85-40AA-88F5-7C6BE67268C5}" destId="{AAD7EDC5-8020-4AA7-A0D3-C3A1518928B6}" srcOrd="1" destOrd="0" presId="urn:microsoft.com/office/officeart/2005/8/layout/vList2"/>
    <dgm:cxn modelId="{EDA7E9B4-DB53-4419-9F1F-C566B794515C}" type="presParOf" srcId="{A39BB41F-8F85-40AA-88F5-7C6BE67268C5}" destId="{FCEA8B1D-704D-48EB-B83D-8558ABF4BD28}" srcOrd="2" destOrd="0" presId="urn:microsoft.com/office/officeart/2005/8/layout/vList2"/>
    <dgm:cxn modelId="{646DBA33-9558-4557-8047-D8898100E40B}" type="presParOf" srcId="{A39BB41F-8F85-40AA-88F5-7C6BE67268C5}" destId="{0458E344-77AC-4970-AFC2-E7D45F1E3ACE}" srcOrd="3" destOrd="0" presId="urn:microsoft.com/office/officeart/2005/8/layout/vList2"/>
    <dgm:cxn modelId="{9FF8597E-300B-4667-89C4-2333E0730261}" type="presParOf" srcId="{A39BB41F-8F85-40AA-88F5-7C6BE67268C5}" destId="{159F2579-FD68-43D2-8951-738D08B49707}" srcOrd="4" destOrd="0" presId="urn:microsoft.com/office/officeart/2005/8/layout/vList2"/>
    <dgm:cxn modelId="{64BDBD8F-CCC6-4463-BBA1-2D4348DB4899}" type="presParOf" srcId="{A39BB41F-8F85-40AA-88F5-7C6BE67268C5}" destId="{EC91C270-0BCF-4D8F-81E1-B1998BF41289}" srcOrd="5" destOrd="0" presId="urn:microsoft.com/office/officeart/2005/8/layout/vList2"/>
    <dgm:cxn modelId="{2551E899-A80D-45F4-A124-D93FD9779F22}" type="presParOf" srcId="{A39BB41F-8F85-40AA-88F5-7C6BE67268C5}" destId="{438C150A-76B7-4EF1-9400-81DC2FE5716E}" srcOrd="6" destOrd="0" presId="urn:microsoft.com/office/officeart/2005/8/layout/vList2"/>
    <dgm:cxn modelId="{BBFA3101-1E78-4E02-968A-2A5A9728480A}" type="presParOf" srcId="{A39BB41F-8F85-40AA-88F5-7C6BE67268C5}" destId="{2DFA331A-D088-44AD-885A-9ABCD83806D5}" srcOrd="7" destOrd="0" presId="urn:microsoft.com/office/officeart/2005/8/layout/vList2"/>
    <dgm:cxn modelId="{CE6AD2D8-CE51-40D5-A73C-D20B0674ABC1}" type="presParOf" srcId="{A39BB41F-8F85-40AA-88F5-7C6BE67268C5}" destId="{CF93B77B-5990-4788-9079-67334449D22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B83918C-1821-4407-9634-FE33412D8E32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4874B95-2662-434F-A8DC-CF56AAD8C407}">
      <dgm:prSet/>
      <dgm:spPr/>
      <dgm:t>
        <a:bodyPr/>
        <a:lstStyle/>
        <a:p>
          <a:r>
            <a:rPr lang="en-US"/>
            <a:t>MainActivity.kt    - </a:t>
          </a:r>
          <a:r>
            <a:rPr lang="ru-RU"/>
            <a:t>логика плеера</a:t>
          </a:r>
          <a:endParaRPr lang="en-US"/>
        </a:p>
      </dgm:t>
    </dgm:pt>
    <dgm:pt modelId="{23CBBC9F-26DE-46FC-95AF-2C266B0C33F1}" type="parTrans" cxnId="{A45962E2-3E1B-4106-B696-56FCFFDE0DF8}">
      <dgm:prSet/>
      <dgm:spPr/>
      <dgm:t>
        <a:bodyPr/>
        <a:lstStyle/>
        <a:p>
          <a:endParaRPr lang="en-US"/>
        </a:p>
      </dgm:t>
    </dgm:pt>
    <dgm:pt modelId="{F55DD209-30C7-4D67-987E-EEAC08C761F7}" type="sibTrans" cxnId="{A45962E2-3E1B-4106-B696-56FCFFDE0DF8}">
      <dgm:prSet/>
      <dgm:spPr/>
      <dgm:t>
        <a:bodyPr/>
        <a:lstStyle/>
        <a:p>
          <a:endParaRPr lang="en-US"/>
        </a:p>
      </dgm:t>
    </dgm:pt>
    <dgm:pt modelId="{62B83219-C390-4661-877D-5F8EB6957579}">
      <dgm:prSet/>
      <dgm:spPr/>
      <dgm:t>
        <a:bodyPr/>
        <a:lstStyle/>
        <a:p>
          <a:r>
            <a:rPr lang="en-US"/>
            <a:t>activity_main.xml - </a:t>
          </a:r>
          <a:r>
            <a:rPr lang="ru-RU"/>
            <a:t>интерфейс  </a:t>
          </a:r>
          <a:endParaRPr lang="en-US"/>
        </a:p>
      </dgm:t>
    </dgm:pt>
    <dgm:pt modelId="{6C8DCF29-9929-4588-B8AE-6B084A121089}" type="parTrans" cxnId="{784E49EB-3515-4066-988B-FAB1EBFD546C}">
      <dgm:prSet/>
      <dgm:spPr/>
      <dgm:t>
        <a:bodyPr/>
        <a:lstStyle/>
        <a:p>
          <a:endParaRPr lang="en-US"/>
        </a:p>
      </dgm:t>
    </dgm:pt>
    <dgm:pt modelId="{7065FAA4-D808-4711-B88F-2DFAB43239E3}" type="sibTrans" cxnId="{784E49EB-3515-4066-988B-FAB1EBFD546C}">
      <dgm:prSet/>
      <dgm:spPr/>
      <dgm:t>
        <a:bodyPr/>
        <a:lstStyle/>
        <a:p>
          <a:endParaRPr lang="en-US"/>
        </a:p>
      </dgm:t>
    </dgm:pt>
    <dgm:pt modelId="{2624832A-ABF8-44A7-A933-D2E528B25549}">
      <dgm:prSet/>
      <dgm:spPr/>
      <dgm:t>
        <a:bodyPr/>
        <a:lstStyle/>
        <a:p>
          <a:r>
            <a:rPr lang="en-US"/>
            <a:t>res/raw/          - </a:t>
          </a:r>
          <a:r>
            <a:rPr lang="ru-RU"/>
            <a:t>аудиофайлы</a:t>
          </a:r>
          <a:endParaRPr lang="en-US"/>
        </a:p>
      </dgm:t>
    </dgm:pt>
    <dgm:pt modelId="{33FFA230-9048-4B81-980F-6480395620EB}" type="parTrans" cxnId="{8D6841E9-A1EF-4EF1-83DD-B3645C647443}">
      <dgm:prSet/>
      <dgm:spPr/>
      <dgm:t>
        <a:bodyPr/>
        <a:lstStyle/>
        <a:p>
          <a:endParaRPr lang="en-US"/>
        </a:p>
      </dgm:t>
    </dgm:pt>
    <dgm:pt modelId="{336C54CA-F0C2-4539-AF30-755EDC8C7C6D}" type="sibTrans" cxnId="{8D6841E9-A1EF-4EF1-83DD-B3645C647443}">
      <dgm:prSet/>
      <dgm:spPr/>
      <dgm:t>
        <a:bodyPr/>
        <a:lstStyle/>
        <a:p>
          <a:endParaRPr lang="en-US"/>
        </a:p>
      </dgm:t>
    </dgm:pt>
    <dgm:pt modelId="{D81F8FE2-89C7-4EEC-937F-84644F4EE847}">
      <dgm:prSet/>
      <dgm:spPr/>
      <dgm:t>
        <a:bodyPr/>
        <a:lstStyle/>
        <a:p>
          <a:r>
            <a:rPr lang="en-US"/>
            <a:t>build.gradle      - </a:t>
          </a:r>
          <a:r>
            <a:rPr lang="ru-RU"/>
            <a:t>зависимости</a:t>
          </a:r>
          <a:endParaRPr lang="en-US"/>
        </a:p>
      </dgm:t>
    </dgm:pt>
    <dgm:pt modelId="{06143537-964D-4FEC-9B38-7474CB7F60C1}" type="parTrans" cxnId="{9AE03153-67F2-4202-9D97-6E7910EB622E}">
      <dgm:prSet/>
      <dgm:spPr/>
      <dgm:t>
        <a:bodyPr/>
        <a:lstStyle/>
        <a:p>
          <a:endParaRPr lang="en-US"/>
        </a:p>
      </dgm:t>
    </dgm:pt>
    <dgm:pt modelId="{6088F674-C436-4B25-9DB5-A7FFFFC3DACA}" type="sibTrans" cxnId="{9AE03153-67F2-4202-9D97-6E7910EB622E}">
      <dgm:prSet/>
      <dgm:spPr/>
      <dgm:t>
        <a:bodyPr/>
        <a:lstStyle/>
        <a:p>
          <a:endParaRPr lang="en-US"/>
        </a:p>
      </dgm:t>
    </dgm:pt>
    <dgm:pt modelId="{EBA99660-7E8D-4C53-BD6D-7EB0D3D2B348}" type="pres">
      <dgm:prSet presAssocID="{CB83918C-1821-4407-9634-FE33412D8E32}" presName="matrix" presStyleCnt="0">
        <dgm:presLayoutVars>
          <dgm:chMax val="1"/>
          <dgm:dir/>
          <dgm:resizeHandles val="exact"/>
        </dgm:presLayoutVars>
      </dgm:prSet>
      <dgm:spPr/>
    </dgm:pt>
    <dgm:pt modelId="{36E44C91-EB51-48F5-8381-2E0C2216E1EB}" type="pres">
      <dgm:prSet presAssocID="{CB83918C-1821-4407-9634-FE33412D8E32}" presName="diamond" presStyleLbl="bgShp" presStyleIdx="0" presStyleCnt="1"/>
      <dgm:spPr/>
    </dgm:pt>
    <dgm:pt modelId="{AB51765C-1BF1-4978-9370-9969012702ED}" type="pres">
      <dgm:prSet presAssocID="{CB83918C-1821-4407-9634-FE33412D8E3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8953797-62AD-46C0-B4A3-F0330EA6D714}" type="pres">
      <dgm:prSet presAssocID="{CB83918C-1821-4407-9634-FE33412D8E3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F12AFDB-0EA5-46E6-A113-3013594DE359}" type="pres">
      <dgm:prSet presAssocID="{CB83918C-1821-4407-9634-FE33412D8E3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C7C2E04-42CF-4332-B958-07204E666FDA}" type="pres">
      <dgm:prSet presAssocID="{CB83918C-1821-4407-9634-FE33412D8E3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85A1F2E-32FB-4CFD-ACC5-4D536648FCDF}" type="presOf" srcId="{62B83219-C390-4661-877D-5F8EB6957579}" destId="{E8953797-62AD-46C0-B4A3-F0330EA6D714}" srcOrd="0" destOrd="0" presId="urn:microsoft.com/office/officeart/2005/8/layout/matrix3"/>
    <dgm:cxn modelId="{A3938271-951A-4A7E-8C98-831BCB3BA9AF}" type="presOf" srcId="{B4874B95-2662-434F-A8DC-CF56AAD8C407}" destId="{AB51765C-1BF1-4978-9370-9969012702ED}" srcOrd="0" destOrd="0" presId="urn:microsoft.com/office/officeart/2005/8/layout/matrix3"/>
    <dgm:cxn modelId="{9AE03153-67F2-4202-9D97-6E7910EB622E}" srcId="{CB83918C-1821-4407-9634-FE33412D8E32}" destId="{D81F8FE2-89C7-4EEC-937F-84644F4EE847}" srcOrd="3" destOrd="0" parTransId="{06143537-964D-4FEC-9B38-7474CB7F60C1}" sibTransId="{6088F674-C436-4B25-9DB5-A7FFFFC3DACA}"/>
    <dgm:cxn modelId="{ADD0F892-702D-4157-A8BB-F2D93B961F7F}" type="presOf" srcId="{CB83918C-1821-4407-9634-FE33412D8E32}" destId="{EBA99660-7E8D-4C53-BD6D-7EB0D3D2B348}" srcOrd="0" destOrd="0" presId="urn:microsoft.com/office/officeart/2005/8/layout/matrix3"/>
    <dgm:cxn modelId="{B42963D8-97F2-4E17-B9C7-9C96643FFB4B}" type="presOf" srcId="{D81F8FE2-89C7-4EEC-937F-84644F4EE847}" destId="{6C7C2E04-42CF-4332-B958-07204E666FDA}" srcOrd="0" destOrd="0" presId="urn:microsoft.com/office/officeart/2005/8/layout/matrix3"/>
    <dgm:cxn modelId="{A45962E2-3E1B-4106-B696-56FCFFDE0DF8}" srcId="{CB83918C-1821-4407-9634-FE33412D8E32}" destId="{B4874B95-2662-434F-A8DC-CF56AAD8C407}" srcOrd="0" destOrd="0" parTransId="{23CBBC9F-26DE-46FC-95AF-2C266B0C33F1}" sibTransId="{F55DD209-30C7-4D67-987E-EEAC08C761F7}"/>
    <dgm:cxn modelId="{8D6841E9-A1EF-4EF1-83DD-B3645C647443}" srcId="{CB83918C-1821-4407-9634-FE33412D8E32}" destId="{2624832A-ABF8-44A7-A933-D2E528B25549}" srcOrd="2" destOrd="0" parTransId="{33FFA230-9048-4B81-980F-6480395620EB}" sibTransId="{336C54CA-F0C2-4539-AF30-755EDC8C7C6D}"/>
    <dgm:cxn modelId="{784E49EB-3515-4066-988B-FAB1EBFD546C}" srcId="{CB83918C-1821-4407-9634-FE33412D8E32}" destId="{62B83219-C390-4661-877D-5F8EB6957579}" srcOrd="1" destOrd="0" parTransId="{6C8DCF29-9929-4588-B8AE-6B084A121089}" sibTransId="{7065FAA4-D808-4711-B88F-2DFAB43239E3}"/>
    <dgm:cxn modelId="{B1533BF5-2559-4C2B-83AD-2B0DA35DBA58}" type="presOf" srcId="{2624832A-ABF8-44A7-A933-D2E528B25549}" destId="{CF12AFDB-0EA5-46E6-A113-3013594DE359}" srcOrd="0" destOrd="0" presId="urn:microsoft.com/office/officeart/2005/8/layout/matrix3"/>
    <dgm:cxn modelId="{D265F28B-3BD1-4B6A-A32C-24F9CB0E5B6F}" type="presParOf" srcId="{EBA99660-7E8D-4C53-BD6D-7EB0D3D2B348}" destId="{36E44C91-EB51-48F5-8381-2E0C2216E1EB}" srcOrd="0" destOrd="0" presId="urn:microsoft.com/office/officeart/2005/8/layout/matrix3"/>
    <dgm:cxn modelId="{7C5FAB08-76EB-4592-80B8-DEB9EAB70A46}" type="presParOf" srcId="{EBA99660-7E8D-4C53-BD6D-7EB0D3D2B348}" destId="{AB51765C-1BF1-4978-9370-9969012702ED}" srcOrd="1" destOrd="0" presId="urn:microsoft.com/office/officeart/2005/8/layout/matrix3"/>
    <dgm:cxn modelId="{84E98E85-82E9-4DD6-8F77-717868A6C69E}" type="presParOf" srcId="{EBA99660-7E8D-4C53-BD6D-7EB0D3D2B348}" destId="{E8953797-62AD-46C0-B4A3-F0330EA6D714}" srcOrd="2" destOrd="0" presId="urn:microsoft.com/office/officeart/2005/8/layout/matrix3"/>
    <dgm:cxn modelId="{0B0F037F-3F55-4192-A8F7-75C979BCE484}" type="presParOf" srcId="{EBA99660-7E8D-4C53-BD6D-7EB0D3D2B348}" destId="{CF12AFDB-0EA5-46E6-A113-3013594DE359}" srcOrd="3" destOrd="0" presId="urn:microsoft.com/office/officeart/2005/8/layout/matrix3"/>
    <dgm:cxn modelId="{79418173-23EC-4FA1-A96B-CCD44B361101}" type="presParOf" srcId="{EBA99660-7E8D-4C53-BD6D-7EB0D3D2B348}" destId="{6C7C2E04-42CF-4332-B958-07204E666FD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6C0694E-239D-4A1D-8F2E-C7038A0A471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7D39AE9-8C9F-4BA9-9230-38587D2CFAA6}">
      <dgm:prSet/>
      <dgm:spPr/>
      <dgm:t>
        <a:bodyPr/>
        <a:lstStyle/>
        <a:p>
          <a:r>
            <a:rPr lang="ru-RU"/>
            <a:t>Название трека</a:t>
          </a:r>
          <a:endParaRPr lang="en-US"/>
        </a:p>
      </dgm:t>
    </dgm:pt>
    <dgm:pt modelId="{6E1E01E2-1B8B-4D23-A8BE-DCED8DC1ECC8}" type="parTrans" cxnId="{5555F0BF-1842-4666-9E3A-ECFC438196E6}">
      <dgm:prSet/>
      <dgm:spPr/>
      <dgm:t>
        <a:bodyPr/>
        <a:lstStyle/>
        <a:p>
          <a:endParaRPr lang="en-US"/>
        </a:p>
      </dgm:t>
    </dgm:pt>
    <dgm:pt modelId="{96012ABD-2050-48C5-9F61-E2D1B93A1B6B}" type="sibTrans" cxnId="{5555F0BF-1842-4666-9E3A-ECFC438196E6}">
      <dgm:prSet/>
      <dgm:spPr/>
      <dgm:t>
        <a:bodyPr/>
        <a:lstStyle/>
        <a:p>
          <a:endParaRPr lang="en-US"/>
        </a:p>
      </dgm:t>
    </dgm:pt>
    <dgm:pt modelId="{E3F8721C-B68B-48AF-AE0C-B0EA3E05F5C8}">
      <dgm:prSet/>
      <dgm:spPr/>
      <dgm:t>
        <a:bodyPr/>
        <a:lstStyle/>
        <a:p>
          <a:r>
            <a:rPr lang="ru-RU"/>
            <a:t>SeekBar с прогрессом</a:t>
          </a:r>
          <a:endParaRPr lang="en-US"/>
        </a:p>
      </dgm:t>
    </dgm:pt>
    <dgm:pt modelId="{D244D9F1-C580-474F-9331-EB5D65B85223}" type="parTrans" cxnId="{1F7956CA-5610-4E3C-8252-6D6627903D3C}">
      <dgm:prSet/>
      <dgm:spPr/>
      <dgm:t>
        <a:bodyPr/>
        <a:lstStyle/>
        <a:p>
          <a:endParaRPr lang="en-US"/>
        </a:p>
      </dgm:t>
    </dgm:pt>
    <dgm:pt modelId="{9CD5997B-745A-47D7-90C4-E9FB121AD236}" type="sibTrans" cxnId="{1F7956CA-5610-4E3C-8252-6D6627903D3C}">
      <dgm:prSet/>
      <dgm:spPr/>
      <dgm:t>
        <a:bodyPr/>
        <a:lstStyle/>
        <a:p>
          <a:endParaRPr lang="en-US"/>
        </a:p>
      </dgm:t>
    </dgm:pt>
    <dgm:pt modelId="{5830E76F-E005-4C4D-930D-8309DE046903}">
      <dgm:prSet/>
      <dgm:spPr/>
      <dgm:t>
        <a:bodyPr/>
        <a:lstStyle/>
        <a:p>
          <a:r>
            <a:rPr lang="ru-RU"/>
            <a:t>Текущее/общее время</a:t>
          </a:r>
          <a:endParaRPr lang="en-US"/>
        </a:p>
      </dgm:t>
    </dgm:pt>
    <dgm:pt modelId="{192C6D5A-3562-4C38-A5C3-58605D986494}" type="parTrans" cxnId="{0573A36F-65F4-474C-BDF2-3BAD4D556001}">
      <dgm:prSet/>
      <dgm:spPr/>
      <dgm:t>
        <a:bodyPr/>
        <a:lstStyle/>
        <a:p>
          <a:endParaRPr lang="en-US"/>
        </a:p>
      </dgm:t>
    </dgm:pt>
    <dgm:pt modelId="{D0FA84A6-9B42-4B93-889D-A662D0A42313}" type="sibTrans" cxnId="{0573A36F-65F4-474C-BDF2-3BAD4D556001}">
      <dgm:prSet/>
      <dgm:spPr/>
      <dgm:t>
        <a:bodyPr/>
        <a:lstStyle/>
        <a:p>
          <a:endParaRPr lang="en-US"/>
        </a:p>
      </dgm:t>
    </dgm:pt>
    <dgm:pt modelId="{1206804E-A062-4641-96F8-94158C9C61DD}">
      <dgm:prSet/>
      <dgm:spPr/>
      <dgm:t>
        <a:bodyPr/>
        <a:lstStyle/>
        <a:p>
          <a:r>
            <a:rPr lang="ru-RU"/>
            <a:t>Кнопки управления</a:t>
          </a:r>
          <a:endParaRPr lang="en-US"/>
        </a:p>
      </dgm:t>
    </dgm:pt>
    <dgm:pt modelId="{DA008621-8E37-4E7B-B089-DF188DC0E9F9}" type="parTrans" cxnId="{05FA354A-FF82-40D5-BD92-FF65CC30270F}">
      <dgm:prSet/>
      <dgm:spPr/>
      <dgm:t>
        <a:bodyPr/>
        <a:lstStyle/>
        <a:p>
          <a:endParaRPr lang="en-US"/>
        </a:p>
      </dgm:t>
    </dgm:pt>
    <dgm:pt modelId="{A1B0575F-F772-494B-9B71-EBCD797D052C}" type="sibTrans" cxnId="{05FA354A-FF82-40D5-BD92-FF65CC30270F}">
      <dgm:prSet/>
      <dgm:spPr/>
      <dgm:t>
        <a:bodyPr/>
        <a:lstStyle/>
        <a:p>
          <a:endParaRPr lang="en-US"/>
        </a:p>
      </dgm:t>
    </dgm:pt>
    <dgm:pt modelId="{62674629-4E0B-466C-A159-25494234C17E}">
      <dgm:prSet/>
      <dgm:spPr/>
      <dgm:t>
        <a:bodyPr/>
        <a:lstStyle/>
        <a:p>
          <a:r>
            <a:rPr lang="ru-RU"/>
            <a:t>Темная тема</a:t>
          </a:r>
          <a:endParaRPr lang="en-US"/>
        </a:p>
      </dgm:t>
    </dgm:pt>
    <dgm:pt modelId="{60034DD8-AF67-4C78-A035-2706E537DFB7}" type="parTrans" cxnId="{2D4929F4-79A6-4EAA-A877-15676AC1F1C0}">
      <dgm:prSet/>
      <dgm:spPr/>
      <dgm:t>
        <a:bodyPr/>
        <a:lstStyle/>
        <a:p>
          <a:endParaRPr lang="en-US"/>
        </a:p>
      </dgm:t>
    </dgm:pt>
    <dgm:pt modelId="{85A13912-02D4-4022-A10E-96DDF9437183}" type="sibTrans" cxnId="{2D4929F4-79A6-4EAA-A877-15676AC1F1C0}">
      <dgm:prSet/>
      <dgm:spPr/>
      <dgm:t>
        <a:bodyPr/>
        <a:lstStyle/>
        <a:p>
          <a:endParaRPr lang="en-US"/>
        </a:p>
      </dgm:t>
    </dgm:pt>
    <dgm:pt modelId="{F79895A9-6668-4A0A-B3BD-F9A398D8D27B}" type="pres">
      <dgm:prSet presAssocID="{36C0694E-239D-4A1D-8F2E-C7038A0A4711}" presName="linear" presStyleCnt="0">
        <dgm:presLayoutVars>
          <dgm:animLvl val="lvl"/>
          <dgm:resizeHandles val="exact"/>
        </dgm:presLayoutVars>
      </dgm:prSet>
      <dgm:spPr/>
    </dgm:pt>
    <dgm:pt modelId="{EDCC8D62-BC77-4A52-8CDF-B73790542654}" type="pres">
      <dgm:prSet presAssocID="{E7D39AE9-8C9F-4BA9-9230-38587D2CFAA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D93D94A-2149-4A1D-BCE5-19E3E0FF1062}" type="pres">
      <dgm:prSet presAssocID="{96012ABD-2050-48C5-9F61-E2D1B93A1B6B}" presName="spacer" presStyleCnt="0"/>
      <dgm:spPr/>
    </dgm:pt>
    <dgm:pt modelId="{45A310DC-D4C2-4D0E-BE2B-4DA748AFA138}" type="pres">
      <dgm:prSet presAssocID="{E3F8721C-B68B-48AF-AE0C-B0EA3E05F5C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BD69605-3D3A-42B1-8DBB-17854D49D38F}" type="pres">
      <dgm:prSet presAssocID="{9CD5997B-745A-47D7-90C4-E9FB121AD236}" presName="spacer" presStyleCnt="0"/>
      <dgm:spPr/>
    </dgm:pt>
    <dgm:pt modelId="{932AE31D-3447-4AF2-8F2E-3EB0C3F5D8CA}" type="pres">
      <dgm:prSet presAssocID="{5830E76F-E005-4C4D-930D-8309DE04690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FFDB7A3-DB46-4DA9-8B15-1DF15AD7B015}" type="pres">
      <dgm:prSet presAssocID="{D0FA84A6-9B42-4B93-889D-A662D0A42313}" presName="spacer" presStyleCnt="0"/>
      <dgm:spPr/>
    </dgm:pt>
    <dgm:pt modelId="{0AE06839-0F69-4E45-9E33-36A08BD1D46D}" type="pres">
      <dgm:prSet presAssocID="{1206804E-A062-4641-96F8-94158C9C61D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AB068BB-4E18-4739-8C79-7A2487030C1D}" type="pres">
      <dgm:prSet presAssocID="{A1B0575F-F772-494B-9B71-EBCD797D052C}" presName="spacer" presStyleCnt="0"/>
      <dgm:spPr/>
    </dgm:pt>
    <dgm:pt modelId="{6D861834-B3C7-4C5A-8C8A-3D2A8C57461C}" type="pres">
      <dgm:prSet presAssocID="{62674629-4E0B-466C-A159-25494234C17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D444709-DE32-4A54-8DB5-CE91D00DA8B7}" type="presOf" srcId="{1206804E-A062-4641-96F8-94158C9C61DD}" destId="{0AE06839-0F69-4E45-9E33-36A08BD1D46D}" srcOrd="0" destOrd="0" presId="urn:microsoft.com/office/officeart/2005/8/layout/vList2"/>
    <dgm:cxn modelId="{1C2DD80C-5433-493B-9423-1C6DDBC6C779}" type="presOf" srcId="{E3F8721C-B68B-48AF-AE0C-B0EA3E05F5C8}" destId="{45A310DC-D4C2-4D0E-BE2B-4DA748AFA138}" srcOrd="0" destOrd="0" presId="urn:microsoft.com/office/officeart/2005/8/layout/vList2"/>
    <dgm:cxn modelId="{298E1E10-6DDB-4CFE-AB3D-3EDC9194888F}" type="presOf" srcId="{E7D39AE9-8C9F-4BA9-9230-38587D2CFAA6}" destId="{EDCC8D62-BC77-4A52-8CDF-B73790542654}" srcOrd="0" destOrd="0" presId="urn:microsoft.com/office/officeart/2005/8/layout/vList2"/>
    <dgm:cxn modelId="{665E695F-6247-49B4-B3ED-72CDC90E3F1E}" type="presOf" srcId="{5830E76F-E005-4C4D-930D-8309DE046903}" destId="{932AE31D-3447-4AF2-8F2E-3EB0C3F5D8CA}" srcOrd="0" destOrd="0" presId="urn:microsoft.com/office/officeart/2005/8/layout/vList2"/>
    <dgm:cxn modelId="{D37BBC42-3CA0-4E6C-A212-F45EB290C547}" type="presOf" srcId="{62674629-4E0B-466C-A159-25494234C17E}" destId="{6D861834-B3C7-4C5A-8C8A-3D2A8C57461C}" srcOrd="0" destOrd="0" presId="urn:microsoft.com/office/officeart/2005/8/layout/vList2"/>
    <dgm:cxn modelId="{C84F1446-B6C2-43E0-8F39-5968A5DB0E40}" type="presOf" srcId="{36C0694E-239D-4A1D-8F2E-C7038A0A4711}" destId="{F79895A9-6668-4A0A-B3BD-F9A398D8D27B}" srcOrd="0" destOrd="0" presId="urn:microsoft.com/office/officeart/2005/8/layout/vList2"/>
    <dgm:cxn modelId="{05FA354A-FF82-40D5-BD92-FF65CC30270F}" srcId="{36C0694E-239D-4A1D-8F2E-C7038A0A4711}" destId="{1206804E-A062-4641-96F8-94158C9C61DD}" srcOrd="3" destOrd="0" parTransId="{DA008621-8E37-4E7B-B089-DF188DC0E9F9}" sibTransId="{A1B0575F-F772-494B-9B71-EBCD797D052C}"/>
    <dgm:cxn modelId="{0573A36F-65F4-474C-BDF2-3BAD4D556001}" srcId="{36C0694E-239D-4A1D-8F2E-C7038A0A4711}" destId="{5830E76F-E005-4C4D-930D-8309DE046903}" srcOrd="2" destOrd="0" parTransId="{192C6D5A-3562-4C38-A5C3-58605D986494}" sibTransId="{D0FA84A6-9B42-4B93-889D-A662D0A42313}"/>
    <dgm:cxn modelId="{5555F0BF-1842-4666-9E3A-ECFC438196E6}" srcId="{36C0694E-239D-4A1D-8F2E-C7038A0A4711}" destId="{E7D39AE9-8C9F-4BA9-9230-38587D2CFAA6}" srcOrd="0" destOrd="0" parTransId="{6E1E01E2-1B8B-4D23-A8BE-DCED8DC1ECC8}" sibTransId="{96012ABD-2050-48C5-9F61-E2D1B93A1B6B}"/>
    <dgm:cxn modelId="{1F7956CA-5610-4E3C-8252-6D6627903D3C}" srcId="{36C0694E-239D-4A1D-8F2E-C7038A0A4711}" destId="{E3F8721C-B68B-48AF-AE0C-B0EA3E05F5C8}" srcOrd="1" destOrd="0" parTransId="{D244D9F1-C580-474F-9331-EB5D65B85223}" sibTransId="{9CD5997B-745A-47D7-90C4-E9FB121AD236}"/>
    <dgm:cxn modelId="{2D4929F4-79A6-4EAA-A877-15676AC1F1C0}" srcId="{36C0694E-239D-4A1D-8F2E-C7038A0A4711}" destId="{62674629-4E0B-466C-A159-25494234C17E}" srcOrd="4" destOrd="0" parTransId="{60034DD8-AF67-4C78-A035-2706E537DFB7}" sibTransId="{85A13912-02D4-4022-A10E-96DDF9437183}"/>
    <dgm:cxn modelId="{2464207B-32C8-4A89-B787-D9CAA8426A6F}" type="presParOf" srcId="{F79895A9-6668-4A0A-B3BD-F9A398D8D27B}" destId="{EDCC8D62-BC77-4A52-8CDF-B73790542654}" srcOrd="0" destOrd="0" presId="urn:microsoft.com/office/officeart/2005/8/layout/vList2"/>
    <dgm:cxn modelId="{8A50CDFB-009D-4E99-8E3A-4D084D5B9503}" type="presParOf" srcId="{F79895A9-6668-4A0A-B3BD-F9A398D8D27B}" destId="{7D93D94A-2149-4A1D-BCE5-19E3E0FF1062}" srcOrd="1" destOrd="0" presId="urn:microsoft.com/office/officeart/2005/8/layout/vList2"/>
    <dgm:cxn modelId="{724B43CC-4F9B-4D60-962B-07FA79C762E0}" type="presParOf" srcId="{F79895A9-6668-4A0A-B3BD-F9A398D8D27B}" destId="{45A310DC-D4C2-4D0E-BE2B-4DA748AFA138}" srcOrd="2" destOrd="0" presId="urn:microsoft.com/office/officeart/2005/8/layout/vList2"/>
    <dgm:cxn modelId="{977F60BC-B408-44D8-8C9F-2F94CAF7D3C0}" type="presParOf" srcId="{F79895A9-6668-4A0A-B3BD-F9A398D8D27B}" destId="{0BD69605-3D3A-42B1-8DBB-17854D49D38F}" srcOrd="3" destOrd="0" presId="urn:microsoft.com/office/officeart/2005/8/layout/vList2"/>
    <dgm:cxn modelId="{A27FCDC7-9F07-49DE-A7F8-064B3500839B}" type="presParOf" srcId="{F79895A9-6668-4A0A-B3BD-F9A398D8D27B}" destId="{932AE31D-3447-4AF2-8F2E-3EB0C3F5D8CA}" srcOrd="4" destOrd="0" presId="urn:microsoft.com/office/officeart/2005/8/layout/vList2"/>
    <dgm:cxn modelId="{8EA216CE-0928-445C-8CFE-FFAD3BC7C7C9}" type="presParOf" srcId="{F79895A9-6668-4A0A-B3BD-F9A398D8D27B}" destId="{EFFDB7A3-DB46-4DA9-8B15-1DF15AD7B015}" srcOrd="5" destOrd="0" presId="urn:microsoft.com/office/officeart/2005/8/layout/vList2"/>
    <dgm:cxn modelId="{F1F1561B-2E93-44D6-8FFD-D8C9778E0175}" type="presParOf" srcId="{F79895A9-6668-4A0A-B3BD-F9A398D8D27B}" destId="{0AE06839-0F69-4E45-9E33-36A08BD1D46D}" srcOrd="6" destOrd="0" presId="urn:microsoft.com/office/officeart/2005/8/layout/vList2"/>
    <dgm:cxn modelId="{2671DFED-2336-4D57-BEEF-E0C97949E26A}" type="presParOf" srcId="{F79895A9-6668-4A0A-B3BD-F9A398D8D27B}" destId="{EAB068BB-4E18-4739-8C79-7A2487030C1D}" srcOrd="7" destOrd="0" presId="urn:microsoft.com/office/officeart/2005/8/layout/vList2"/>
    <dgm:cxn modelId="{A7ED6A7D-2458-4707-A19B-EDC0FD517A5C}" type="presParOf" srcId="{F79895A9-6668-4A0A-B3BD-F9A398D8D27B}" destId="{6D861834-B3C7-4C5A-8C8A-3D2A8C57461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6DDCE00-24F3-47A5-A2A6-79A3B3EB80F2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D28B1D4-61CF-48C5-B277-C6AEE1A72A50}">
      <dgm:prSet/>
      <dgm:spPr/>
      <dgm:t>
        <a:bodyPr/>
        <a:lstStyle/>
        <a:p>
          <a:r>
            <a:rPr lang="ru-RU"/>
            <a:t>// Основные функции:</a:t>
          </a:r>
          <a:endParaRPr lang="en-US"/>
        </a:p>
      </dgm:t>
    </dgm:pt>
    <dgm:pt modelId="{31A226FE-9062-46C2-93C6-F2FEFB9006A1}" type="parTrans" cxnId="{492DD601-05FE-4B4F-B6D0-8BDD30813C07}">
      <dgm:prSet/>
      <dgm:spPr/>
      <dgm:t>
        <a:bodyPr/>
        <a:lstStyle/>
        <a:p>
          <a:endParaRPr lang="en-US"/>
        </a:p>
      </dgm:t>
    </dgm:pt>
    <dgm:pt modelId="{DCBD669B-DD9C-4C51-81D8-572BEB381770}" type="sibTrans" cxnId="{492DD601-05FE-4B4F-B6D0-8BDD30813C07}">
      <dgm:prSet/>
      <dgm:spPr/>
      <dgm:t>
        <a:bodyPr/>
        <a:lstStyle/>
        <a:p>
          <a:endParaRPr lang="en-US"/>
        </a:p>
      </dgm:t>
    </dgm:pt>
    <dgm:pt modelId="{16FB0540-C684-4399-8796-E6411228D0BC}">
      <dgm:prSet/>
      <dgm:spPr/>
      <dgm:t>
        <a:bodyPr/>
        <a:lstStyle/>
        <a:p>
          <a:r>
            <a:rPr lang="en-US"/>
            <a:t>fun playSong()          // </a:t>
          </a:r>
          <a:r>
            <a:rPr lang="ru-RU"/>
            <a:t>старт воспроизведения</a:t>
          </a:r>
          <a:endParaRPr lang="en-US"/>
        </a:p>
      </dgm:t>
    </dgm:pt>
    <dgm:pt modelId="{9D737CAB-B0CF-455F-9C8B-D54B0D475C9F}" type="parTrans" cxnId="{E7541D8A-E9B6-4E27-957B-2673E107A7A9}">
      <dgm:prSet/>
      <dgm:spPr/>
      <dgm:t>
        <a:bodyPr/>
        <a:lstStyle/>
        <a:p>
          <a:endParaRPr lang="en-US"/>
        </a:p>
      </dgm:t>
    </dgm:pt>
    <dgm:pt modelId="{FCB04306-4962-4E32-A3C3-C72624B2EFA7}" type="sibTrans" cxnId="{E7541D8A-E9B6-4E27-957B-2673E107A7A9}">
      <dgm:prSet/>
      <dgm:spPr/>
      <dgm:t>
        <a:bodyPr/>
        <a:lstStyle/>
        <a:p>
          <a:endParaRPr lang="en-US"/>
        </a:p>
      </dgm:t>
    </dgm:pt>
    <dgm:pt modelId="{05770A11-7494-4AD9-A8D0-1B965446F7D3}">
      <dgm:prSet/>
      <dgm:spPr/>
      <dgm:t>
        <a:bodyPr/>
        <a:lstStyle/>
        <a:p>
          <a:r>
            <a:rPr lang="en-US"/>
            <a:t>fun togglePlayPause()   // </a:t>
          </a:r>
          <a:r>
            <a:rPr lang="ru-RU"/>
            <a:t>управление</a:t>
          </a:r>
          <a:endParaRPr lang="en-US"/>
        </a:p>
      </dgm:t>
    </dgm:pt>
    <dgm:pt modelId="{8130A040-4E5B-4170-9028-B3269908A178}" type="parTrans" cxnId="{3D201C80-4B1E-4AEC-B04A-5EDF150CCA6C}">
      <dgm:prSet/>
      <dgm:spPr/>
      <dgm:t>
        <a:bodyPr/>
        <a:lstStyle/>
        <a:p>
          <a:endParaRPr lang="en-US"/>
        </a:p>
      </dgm:t>
    </dgm:pt>
    <dgm:pt modelId="{AB971F80-AC28-4C21-8654-A46E6FA84DA5}" type="sibTrans" cxnId="{3D201C80-4B1E-4AEC-B04A-5EDF150CCA6C}">
      <dgm:prSet/>
      <dgm:spPr/>
      <dgm:t>
        <a:bodyPr/>
        <a:lstStyle/>
        <a:p>
          <a:endParaRPr lang="en-US"/>
        </a:p>
      </dgm:t>
    </dgm:pt>
    <dgm:pt modelId="{D57C24E8-C8B8-40F1-A51A-86CBA8399C7F}">
      <dgm:prSet/>
      <dgm:spPr/>
      <dgm:t>
        <a:bodyPr/>
        <a:lstStyle/>
        <a:p>
          <a:r>
            <a:rPr lang="en-US"/>
            <a:t>fun updateSeekBar()     // </a:t>
          </a:r>
          <a:r>
            <a:rPr lang="ru-RU"/>
            <a:t>обновление прогресса</a:t>
          </a:r>
          <a:endParaRPr lang="en-US"/>
        </a:p>
      </dgm:t>
    </dgm:pt>
    <dgm:pt modelId="{77931D99-74F2-4FF1-9BCB-6D6ACBE2BF8B}" type="parTrans" cxnId="{3330E107-7DE7-489C-8154-41C8D42B7022}">
      <dgm:prSet/>
      <dgm:spPr/>
      <dgm:t>
        <a:bodyPr/>
        <a:lstStyle/>
        <a:p>
          <a:endParaRPr lang="en-US"/>
        </a:p>
      </dgm:t>
    </dgm:pt>
    <dgm:pt modelId="{CA7537AB-3FBA-46F2-859B-9045941F6DF5}" type="sibTrans" cxnId="{3330E107-7DE7-489C-8154-41C8D42B7022}">
      <dgm:prSet/>
      <dgm:spPr/>
      <dgm:t>
        <a:bodyPr/>
        <a:lstStyle/>
        <a:p>
          <a:endParaRPr lang="en-US"/>
        </a:p>
      </dgm:t>
    </dgm:pt>
    <dgm:pt modelId="{3264858E-23AF-43B3-9142-C3AAA37E2552}">
      <dgm:prSet/>
      <dgm:spPr/>
      <dgm:t>
        <a:bodyPr/>
        <a:lstStyle/>
        <a:p>
          <a:r>
            <a:rPr lang="en-US"/>
            <a:t>fun playNext()         // </a:t>
          </a:r>
          <a:r>
            <a:rPr lang="ru-RU"/>
            <a:t>следующий трек</a:t>
          </a:r>
          <a:endParaRPr lang="en-US"/>
        </a:p>
      </dgm:t>
    </dgm:pt>
    <dgm:pt modelId="{B5E1BE93-27A4-4040-A181-9D1A0EDB84A4}" type="parTrans" cxnId="{075604C5-B18C-4157-89A4-2FA84C4D8426}">
      <dgm:prSet/>
      <dgm:spPr/>
      <dgm:t>
        <a:bodyPr/>
        <a:lstStyle/>
        <a:p>
          <a:endParaRPr lang="en-US"/>
        </a:p>
      </dgm:t>
    </dgm:pt>
    <dgm:pt modelId="{FF6F8D78-E8BA-48CB-B331-A36C700E67F2}" type="sibTrans" cxnId="{075604C5-B18C-4157-89A4-2FA84C4D8426}">
      <dgm:prSet/>
      <dgm:spPr/>
      <dgm:t>
        <a:bodyPr/>
        <a:lstStyle/>
        <a:p>
          <a:endParaRPr lang="en-US"/>
        </a:p>
      </dgm:t>
    </dgm:pt>
    <dgm:pt modelId="{FA4079B1-5B47-483D-8838-7CFAC90AEE59}" type="pres">
      <dgm:prSet presAssocID="{B6DDCE00-24F3-47A5-A2A6-79A3B3EB80F2}" presName="linear" presStyleCnt="0">
        <dgm:presLayoutVars>
          <dgm:animLvl val="lvl"/>
          <dgm:resizeHandles val="exact"/>
        </dgm:presLayoutVars>
      </dgm:prSet>
      <dgm:spPr/>
    </dgm:pt>
    <dgm:pt modelId="{872C59CC-B219-4C24-86CF-5E6F535FC8D4}" type="pres">
      <dgm:prSet presAssocID="{ED28B1D4-61CF-48C5-B277-C6AEE1A72A5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900ADBA-4D1F-4318-ABC5-0564B040AF9D}" type="pres">
      <dgm:prSet presAssocID="{DCBD669B-DD9C-4C51-81D8-572BEB381770}" presName="spacer" presStyleCnt="0"/>
      <dgm:spPr/>
    </dgm:pt>
    <dgm:pt modelId="{B1A520B4-E8DE-4337-BAE3-E44227B15D77}" type="pres">
      <dgm:prSet presAssocID="{16FB0540-C684-4399-8796-E6411228D0B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1E115C6-4484-44C5-8988-24145BBFDA21}" type="pres">
      <dgm:prSet presAssocID="{FCB04306-4962-4E32-A3C3-C72624B2EFA7}" presName="spacer" presStyleCnt="0"/>
      <dgm:spPr/>
    </dgm:pt>
    <dgm:pt modelId="{ACA1E514-67BC-40EB-8C04-7966E9AF3953}" type="pres">
      <dgm:prSet presAssocID="{05770A11-7494-4AD9-A8D0-1B965446F7D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4D82CD3-36C8-4F26-9D0F-783B6790C819}" type="pres">
      <dgm:prSet presAssocID="{AB971F80-AC28-4C21-8654-A46E6FA84DA5}" presName="spacer" presStyleCnt="0"/>
      <dgm:spPr/>
    </dgm:pt>
    <dgm:pt modelId="{759782A5-0FCB-4F86-9D12-82B9645D0BA2}" type="pres">
      <dgm:prSet presAssocID="{D57C24E8-C8B8-40F1-A51A-86CBA8399C7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9A3401D-0E2E-4695-AB6D-6DA41190D70E}" type="pres">
      <dgm:prSet presAssocID="{CA7537AB-3FBA-46F2-859B-9045941F6DF5}" presName="spacer" presStyleCnt="0"/>
      <dgm:spPr/>
    </dgm:pt>
    <dgm:pt modelId="{0100253C-AE5F-4346-B4E1-3CFFD41D5E09}" type="pres">
      <dgm:prSet presAssocID="{3264858E-23AF-43B3-9142-C3AAA37E255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92DD601-05FE-4B4F-B6D0-8BDD30813C07}" srcId="{B6DDCE00-24F3-47A5-A2A6-79A3B3EB80F2}" destId="{ED28B1D4-61CF-48C5-B277-C6AEE1A72A50}" srcOrd="0" destOrd="0" parTransId="{31A226FE-9062-46C2-93C6-F2FEFB9006A1}" sibTransId="{DCBD669B-DD9C-4C51-81D8-572BEB381770}"/>
    <dgm:cxn modelId="{F7408702-D287-46D3-ADCA-BA56EF7A4736}" type="presOf" srcId="{16FB0540-C684-4399-8796-E6411228D0BC}" destId="{B1A520B4-E8DE-4337-BAE3-E44227B15D77}" srcOrd="0" destOrd="0" presId="urn:microsoft.com/office/officeart/2005/8/layout/vList2"/>
    <dgm:cxn modelId="{3330E107-7DE7-489C-8154-41C8D42B7022}" srcId="{B6DDCE00-24F3-47A5-A2A6-79A3B3EB80F2}" destId="{D57C24E8-C8B8-40F1-A51A-86CBA8399C7F}" srcOrd="3" destOrd="0" parTransId="{77931D99-74F2-4FF1-9BCB-6D6ACBE2BF8B}" sibTransId="{CA7537AB-3FBA-46F2-859B-9045941F6DF5}"/>
    <dgm:cxn modelId="{3D201C80-4B1E-4AEC-B04A-5EDF150CCA6C}" srcId="{B6DDCE00-24F3-47A5-A2A6-79A3B3EB80F2}" destId="{05770A11-7494-4AD9-A8D0-1B965446F7D3}" srcOrd="2" destOrd="0" parTransId="{8130A040-4E5B-4170-9028-B3269908A178}" sibTransId="{AB971F80-AC28-4C21-8654-A46E6FA84DA5}"/>
    <dgm:cxn modelId="{767FDE80-7D35-4FF0-99A4-13CE162CCA4D}" type="presOf" srcId="{B6DDCE00-24F3-47A5-A2A6-79A3B3EB80F2}" destId="{FA4079B1-5B47-483D-8838-7CFAC90AEE59}" srcOrd="0" destOrd="0" presId="urn:microsoft.com/office/officeart/2005/8/layout/vList2"/>
    <dgm:cxn modelId="{A96B3581-751F-4D7D-8D30-72A2CA801C65}" type="presOf" srcId="{D57C24E8-C8B8-40F1-A51A-86CBA8399C7F}" destId="{759782A5-0FCB-4F86-9D12-82B9645D0BA2}" srcOrd="0" destOrd="0" presId="urn:microsoft.com/office/officeart/2005/8/layout/vList2"/>
    <dgm:cxn modelId="{E7541D8A-E9B6-4E27-957B-2673E107A7A9}" srcId="{B6DDCE00-24F3-47A5-A2A6-79A3B3EB80F2}" destId="{16FB0540-C684-4399-8796-E6411228D0BC}" srcOrd="1" destOrd="0" parTransId="{9D737CAB-B0CF-455F-9C8B-D54B0D475C9F}" sibTransId="{FCB04306-4962-4E32-A3C3-C72624B2EFA7}"/>
    <dgm:cxn modelId="{414D169C-13F8-4FBE-BEBF-21A940FDE337}" type="presOf" srcId="{3264858E-23AF-43B3-9142-C3AAA37E2552}" destId="{0100253C-AE5F-4346-B4E1-3CFFD41D5E09}" srcOrd="0" destOrd="0" presId="urn:microsoft.com/office/officeart/2005/8/layout/vList2"/>
    <dgm:cxn modelId="{D4D4E6B0-714D-4CF7-A8F8-1BFE7CF366F0}" type="presOf" srcId="{ED28B1D4-61CF-48C5-B277-C6AEE1A72A50}" destId="{872C59CC-B219-4C24-86CF-5E6F535FC8D4}" srcOrd="0" destOrd="0" presId="urn:microsoft.com/office/officeart/2005/8/layout/vList2"/>
    <dgm:cxn modelId="{075604C5-B18C-4157-89A4-2FA84C4D8426}" srcId="{B6DDCE00-24F3-47A5-A2A6-79A3B3EB80F2}" destId="{3264858E-23AF-43B3-9142-C3AAA37E2552}" srcOrd="4" destOrd="0" parTransId="{B5E1BE93-27A4-4040-A181-9D1A0EDB84A4}" sibTransId="{FF6F8D78-E8BA-48CB-B331-A36C700E67F2}"/>
    <dgm:cxn modelId="{6613CFFC-5FAD-4687-9875-2BB37C93A0BD}" type="presOf" srcId="{05770A11-7494-4AD9-A8D0-1B965446F7D3}" destId="{ACA1E514-67BC-40EB-8C04-7966E9AF3953}" srcOrd="0" destOrd="0" presId="urn:microsoft.com/office/officeart/2005/8/layout/vList2"/>
    <dgm:cxn modelId="{181C5574-89D1-41E8-893D-EF5D57FC577C}" type="presParOf" srcId="{FA4079B1-5B47-483D-8838-7CFAC90AEE59}" destId="{872C59CC-B219-4C24-86CF-5E6F535FC8D4}" srcOrd="0" destOrd="0" presId="urn:microsoft.com/office/officeart/2005/8/layout/vList2"/>
    <dgm:cxn modelId="{9FF9346A-35CB-4E9E-8449-8E1D787D00D1}" type="presParOf" srcId="{FA4079B1-5B47-483D-8838-7CFAC90AEE59}" destId="{5900ADBA-4D1F-4318-ABC5-0564B040AF9D}" srcOrd="1" destOrd="0" presId="urn:microsoft.com/office/officeart/2005/8/layout/vList2"/>
    <dgm:cxn modelId="{6BE12EE1-E93D-4ACE-8585-677A76908A6C}" type="presParOf" srcId="{FA4079B1-5B47-483D-8838-7CFAC90AEE59}" destId="{B1A520B4-E8DE-4337-BAE3-E44227B15D77}" srcOrd="2" destOrd="0" presId="urn:microsoft.com/office/officeart/2005/8/layout/vList2"/>
    <dgm:cxn modelId="{81570441-7ED8-40EA-B85E-CB8E30603C57}" type="presParOf" srcId="{FA4079B1-5B47-483D-8838-7CFAC90AEE59}" destId="{C1E115C6-4484-44C5-8988-24145BBFDA21}" srcOrd="3" destOrd="0" presId="urn:microsoft.com/office/officeart/2005/8/layout/vList2"/>
    <dgm:cxn modelId="{6AC19A93-DCA2-4138-B7E7-562655E0FCC3}" type="presParOf" srcId="{FA4079B1-5B47-483D-8838-7CFAC90AEE59}" destId="{ACA1E514-67BC-40EB-8C04-7966E9AF3953}" srcOrd="4" destOrd="0" presId="urn:microsoft.com/office/officeart/2005/8/layout/vList2"/>
    <dgm:cxn modelId="{65A8B1BC-FED8-43C6-94D9-2FB03CDCE367}" type="presParOf" srcId="{FA4079B1-5B47-483D-8838-7CFAC90AEE59}" destId="{E4D82CD3-36C8-4F26-9D0F-783B6790C819}" srcOrd="5" destOrd="0" presId="urn:microsoft.com/office/officeart/2005/8/layout/vList2"/>
    <dgm:cxn modelId="{EC6D31AD-14DA-4D40-908F-C57E4D80CB3B}" type="presParOf" srcId="{FA4079B1-5B47-483D-8838-7CFAC90AEE59}" destId="{759782A5-0FCB-4F86-9D12-82B9645D0BA2}" srcOrd="6" destOrd="0" presId="urn:microsoft.com/office/officeart/2005/8/layout/vList2"/>
    <dgm:cxn modelId="{F60139FD-00D2-4FE7-AF7B-6E66B8291BFF}" type="presParOf" srcId="{FA4079B1-5B47-483D-8838-7CFAC90AEE59}" destId="{19A3401D-0E2E-4695-AB6D-6DA41190D70E}" srcOrd="7" destOrd="0" presId="urn:microsoft.com/office/officeart/2005/8/layout/vList2"/>
    <dgm:cxn modelId="{3208E0EC-D7E7-493F-8893-9D4B8304FD09}" type="presParOf" srcId="{FA4079B1-5B47-483D-8838-7CFAC90AEE59}" destId="{0100253C-AE5F-4346-B4E1-3CFFD41D5E0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BFE2558-3D53-4310-8736-398CF75BEBF4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C7ADFBA-5F97-40F7-B7EC-CC2607239D80}">
      <dgm:prSet/>
      <dgm:spPr/>
      <dgm:t>
        <a:bodyPr/>
        <a:lstStyle/>
        <a:p>
          <a:r>
            <a:rPr lang="ru-RU"/>
            <a:t>Рабочий музыкальный плеер</a:t>
          </a:r>
          <a:endParaRPr lang="en-US"/>
        </a:p>
      </dgm:t>
    </dgm:pt>
    <dgm:pt modelId="{88DC7891-9164-4A6F-B0A1-771B914061A3}" type="parTrans" cxnId="{F0C0F0FA-3D5E-44FF-9C3D-801826D2C3AC}">
      <dgm:prSet/>
      <dgm:spPr/>
      <dgm:t>
        <a:bodyPr/>
        <a:lstStyle/>
        <a:p>
          <a:endParaRPr lang="en-US"/>
        </a:p>
      </dgm:t>
    </dgm:pt>
    <dgm:pt modelId="{2FB927AA-D15F-48B9-A913-9797A245FD9E}" type="sibTrans" cxnId="{F0C0F0FA-3D5E-44FF-9C3D-801826D2C3AC}">
      <dgm:prSet/>
      <dgm:spPr/>
      <dgm:t>
        <a:bodyPr/>
        <a:lstStyle/>
        <a:p>
          <a:endParaRPr lang="en-US"/>
        </a:p>
      </dgm:t>
    </dgm:pt>
    <dgm:pt modelId="{B9353A2D-BC73-4409-BD0A-491FC11EA760}">
      <dgm:prSet/>
      <dgm:spPr/>
      <dgm:t>
        <a:bodyPr/>
        <a:lstStyle/>
        <a:p>
          <a:r>
            <a:rPr lang="ru-RU"/>
            <a:t>Стабильная производительность</a:t>
          </a:r>
          <a:endParaRPr lang="en-US"/>
        </a:p>
      </dgm:t>
    </dgm:pt>
    <dgm:pt modelId="{ADF527EE-319F-41CC-8AA0-4D80455B77E7}" type="parTrans" cxnId="{FD1A74D8-63EE-48AC-8199-B71B46D7F7D2}">
      <dgm:prSet/>
      <dgm:spPr/>
      <dgm:t>
        <a:bodyPr/>
        <a:lstStyle/>
        <a:p>
          <a:endParaRPr lang="en-US"/>
        </a:p>
      </dgm:t>
    </dgm:pt>
    <dgm:pt modelId="{67D58785-F697-4AFA-A1F4-949A216BAAAA}" type="sibTrans" cxnId="{FD1A74D8-63EE-48AC-8199-B71B46D7F7D2}">
      <dgm:prSet/>
      <dgm:spPr/>
      <dgm:t>
        <a:bodyPr/>
        <a:lstStyle/>
        <a:p>
          <a:endParaRPr lang="en-US"/>
        </a:p>
      </dgm:t>
    </dgm:pt>
    <dgm:pt modelId="{CE413FC8-A032-4D38-9B88-E3BA25DF15EA}">
      <dgm:prSet/>
      <dgm:spPr/>
      <dgm:t>
        <a:bodyPr/>
        <a:lstStyle/>
        <a:p>
          <a:r>
            <a:rPr lang="ru-RU"/>
            <a:t>Удобный интерфейс</a:t>
          </a:r>
          <a:endParaRPr lang="en-US"/>
        </a:p>
      </dgm:t>
    </dgm:pt>
    <dgm:pt modelId="{1546E2F6-3B5D-4EB2-A9EE-F4889C54D84D}" type="parTrans" cxnId="{CA6C0CB8-719C-46A5-91E7-E2807A8366EB}">
      <dgm:prSet/>
      <dgm:spPr/>
      <dgm:t>
        <a:bodyPr/>
        <a:lstStyle/>
        <a:p>
          <a:endParaRPr lang="en-US"/>
        </a:p>
      </dgm:t>
    </dgm:pt>
    <dgm:pt modelId="{90E3A9F6-B46C-4049-A90F-B7B70E7FC9F7}" type="sibTrans" cxnId="{CA6C0CB8-719C-46A5-91E7-E2807A8366EB}">
      <dgm:prSet/>
      <dgm:spPr/>
      <dgm:t>
        <a:bodyPr/>
        <a:lstStyle/>
        <a:p>
          <a:endParaRPr lang="en-US"/>
        </a:p>
      </dgm:t>
    </dgm:pt>
    <dgm:pt modelId="{07890C87-1912-4A10-84BC-2ACD07258166}">
      <dgm:prSet/>
      <dgm:spPr/>
      <dgm:t>
        <a:bodyPr/>
        <a:lstStyle/>
        <a:p>
          <a:r>
            <a:rPr lang="ru-RU"/>
            <a:t>Готово к установке на устройства</a:t>
          </a:r>
          <a:endParaRPr lang="en-US"/>
        </a:p>
      </dgm:t>
    </dgm:pt>
    <dgm:pt modelId="{AD352245-5E86-4944-931F-DB61B2264EAE}" type="parTrans" cxnId="{49CFF679-F8E3-423A-88A7-DA014DD4F35A}">
      <dgm:prSet/>
      <dgm:spPr/>
      <dgm:t>
        <a:bodyPr/>
        <a:lstStyle/>
        <a:p>
          <a:endParaRPr lang="en-US"/>
        </a:p>
      </dgm:t>
    </dgm:pt>
    <dgm:pt modelId="{A96BD0A0-A65E-4871-BD0B-5179D3EE827A}" type="sibTrans" cxnId="{49CFF679-F8E3-423A-88A7-DA014DD4F35A}">
      <dgm:prSet/>
      <dgm:spPr/>
      <dgm:t>
        <a:bodyPr/>
        <a:lstStyle/>
        <a:p>
          <a:endParaRPr lang="en-US"/>
        </a:p>
      </dgm:t>
    </dgm:pt>
    <dgm:pt modelId="{6B32BB2F-B8AD-41B2-9E22-E704F1484DA6}" type="pres">
      <dgm:prSet presAssocID="{BBFE2558-3D53-4310-8736-398CF75BEBF4}" presName="matrix" presStyleCnt="0">
        <dgm:presLayoutVars>
          <dgm:chMax val="1"/>
          <dgm:dir/>
          <dgm:resizeHandles val="exact"/>
        </dgm:presLayoutVars>
      </dgm:prSet>
      <dgm:spPr/>
    </dgm:pt>
    <dgm:pt modelId="{EB66CB62-CC0C-4AA3-A0A9-5BF8E572782E}" type="pres">
      <dgm:prSet presAssocID="{BBFE2558-3D53-4310-8736-398CF75BEBF4}" presName="diamond" presStyleLbl="bgShp" presStyleIdx="0" presStyleCnt="1"/>
      <dgm:spPr/>
    </dgm:pt>
    <dgm:pt modelId="{5535FF67-570C-4B1D-AF0D-50A924A963C9}" type="pres">
      <dgm:prSet presAssocID="{BBFE2558-3D53-4310-8736-398CF75BEBF4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58419D0-24A9-492B-86BA-115CFCB32136}" type="pres">
      <dgm:prSet presAssocID="{BBFE2558-3D53-4310-8736-398CF75BEBF4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32266CF-BBF1-4622-8AEC-DA84B903EBE2}" type="pres">
      <dgm:prSet presAssocID="{BBFE2558-3D53-4310-8736-398CF75BEBF4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E397D66-DD35-4240-AEAE-1716AD9ED2B8}" type="pres">
      <dgm:prSet presAssocID="{BBFE2558-3D53-4310-8736-398CF75BEBF4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606FC68-C7C4-4403-B3DE-FABD92E383A9}" type="presOf" srcId="{07890C87-1912-4A10-84BC-2ACD07258166}" destId="{3E397D66-DD35-4240-AEAE-1716AD9ED2B8}" srcOrd="0" destOrd="0" presId="urn:microsoft.com/office/officeart/2005/8/layout/matrix3"/>
    <dgm:cxn modelId="{49CFF679-F8E3-423A-88A7-DA014DD4F35A}" srcId="{BBFE2558-3D53-4310-8736-398CF75BEBF4}" destId="{07890C87-1912-4A10-84BC-2ACD07258166}" srcOrd="3" destOrd="0" parTransId="{AD352245-5E86-4944-931F-DB61B2264EAE}" sibTransId="{A96BD0A0-A65E-4871-BD0B-5179D3EE827A}"/>
    <dgm:cxn modelId="{F3AC8087-1CA2-473A-8D2D-C4F4168ECF9A}" type="presOf" srcId="{B9353A2D-BC73-4409-BD0A-491FC11EA760}" destId="{158419D0-24A9-492B-86BA-115CFCB32136}" srcOrd="0" destOrd="0" presId="urn:microsoft.com/office/officeart/2005/8/layout/matrix3"/>
    <dgm:cxn modelId="{EADF2D8D-DA78-49DF-B1D5-4E4ACBBF4C42}" type="presOf" srcId="{9C7ADFBA-5F97-40F7-B7EC-CC2607239D80}" destId="{5535FF67-570C-4B1D-AF0D-50A924A963C9}" srcOrd="0" destOrd="0" presId="urn:microsoft.com/office/officeart/2005/8/layout/matrix3"/>
    <dgm:cxn modelId="{8ADC54A9-5FEC-4065-8286-F16D9716AB0A}" type="presOf" srcId="{CE413FC8-A032-4D38-9B88-E3BA25DF15EA}" destId="{732266CF-BBF1-4622-8AEC-DA84B903EBE2}" srcOrd="0" destOrd="0" presId="urn:microsoft.com/office/officeart/2005/8/layout/matrix3"/>
    <dgm:cxn modelId="{CA6C0CB8-719C-46A5-91E7-E2807A8366EB}" srcId="{BBFE2558-3D53-4310-8736-398CF75BEBF4}" destId="{CE413FC8-A032-4D38-9B88-E3BA25DF15EA}" srcOrd="2" destOrd="0" parTransId="{1546E2F6-3B5D-4EB2-A9EE-F4889C54D84D}" sibTransId="{90E3A9F6-B46C-4049-A90F-B7B70E7FC9F7}"/>
    <dgm:cxn modelId="{4367F0B9-813B-4EFB-918D-F1F8C60BCCC8}" type="presOf" srcId="{BBFE2558-3D53-4310-8736-398CF75BEBF4}" destId="{6B32BB2F-B8AD-41B2-9E22-E704F1484DA6}" srcOrd="0" destOrd="0" presId="urn:microsoft.com/office/officeart/2005/8/layout/matrix3"/>
    <dgm:cxn modelId="{FD1A74D8-63EE-48AC-8199-B71B46D7F7D2}" srcId="{BBFE2558-3D53-4310-8736-398CF75BEBF4}" destId="{B9353A2D-BC73-4409-BD0A-491FC11EA760}" srcOrd="1" destOrd="0" parTransId="{ADF527EE-319F-41CC-8AA0-4D80455B77E7}" sibTransId="{67D58785-F697-4AFA-A1F4-949A216BAAAA}"/>
    <dgm:cxn modelId="{F0C0F0FA-3D5E-44FF-9C3D-801826D2C3AC}" srcId="{BBFE2558-3D53-4310-8736-398CF75BEBF4}" destId="{9C7ADFBA-5F97-40F7-B7EC-CC2607239D80}" srcOrd="0" destOrd="0" parTransId="{88DC7891-9164-4A6F-B0A1-771B914061A3}" sibTransId="{2FB927AA-D15F-48B9-A913-9797A245FD9E}"/>
    <dgm:cxn modelId="{515A5625-3DF6-442C-A78B-519933FCD5D9}" type="presParOf" srcId="{6B32BB2F-B8AD-41B2-9E22-E704F1484DA6}" destId="{EB66CB62-CC0C-4AA3-A0A9-5BF8E572782E}" srcOrd="0" destOrd="0" presId="urn:microsoft.com/office/officeart/2005/8/layout/matrix3"/>
    <dgm:cxn modelId="{91A0DFF7-7E6A-4BC3-B170-68105A23182C}" type="presParOf" srcId="{6B32BB2F-B8AD-41B2-9E22-E704F1484DA6}" destId="{5535FF67-570C-4B1D-AF0D-50A924A963C9}" srcOrd="1" destOrd="0" presId="urn:microsoft.com/office/officeart/2005/8/layout/matrix3"/>
    <dgm:cxn modelId="{071CD51C-C260-4D2F-B2B8-38CB93D9D0D8}" type="presParOf" srcId="{6B32BB2F-B8AD-41B2-9E22-E704F1484DA6}" destId="{158419D0-24A9-492B-86BA-115CFCB32136}" srcOrd="2" destOrd="0" presId="urn:microsoft.com/office/officeart/2005/8/layout/matrix3"/>
    <dgm:cxn modelId="{1EB62DA3-F09E-4C86-BC7A-102DACBA5993}" type="presParOf" srcId="{6B32BB2F-B8AD-41B2-9E22-E704F1484DA6}" destId="{732266CF-BBF1-4622-8AEC-DA84B903EBE2}" srcOrd="3" destOrd="0" presId="urn:microsoft.com/office/officeart/2005/8/layout/matrix3"/>
    <dgm:cxn modelId="{D66EDC8D-0359-4C06-89C1-1ECA39E206D2}" type="presParOf" srcId="{6B32BB2F-B8AD-41B2-9E22-E704F1484DA6}" destId="{3E397D66-DD35-4240-AEAE-1716AD9ED2B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017343B-72BD-40A5-B37B-336F474E625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CFE1775-AC04-4B21-9A49-5EE37008BAD7}">
      <dgm:prSet/>
      <dgm:spPr/>
      <dgm:t>
        <a:bodyPr/>
        <a:lstStyle/>
        <a:p>
          <a:r>
            <a:rPr lang="ru-RU"/>
            <a:t>Плейлисты</a:t>
          </a:r>
          <a:endParaRPr lang="en-US"/>
        </a:p>
      </dgm:t>
    </dgm:pt>
    <dgm:pt modelId="{055CC214-BCF1-45A5-B769-E8DC07994EBB}" type="parTrans" cxnId="{65FA2631-DFD3-451E-B60B-76D08CD6704A}">
      <dgm:prSet/>
      <dgm:spPr/>
      <dgm:t>
        <a:bodyPr/>
        <a:lstStyle/>
        <a:p>
          <a:endParaRPr lang="en-US"/>
        </a:p>
      </dgm:t>
    </dgm:pt>
    <dgm:pt modelId="{B5C5C344-777D-4C67-BDA8-261AAFC8FBC7}" type="sibTrans" cxnId="{65FA2631-DFD3-451E-B60B-76D08CD6704A}">
      <dgm:prSet/>
      <dgm:spPr/>
      <dgm:t>
        <a:bodyPr/>
        <a:lstStyle/>
        <a:p>
          <a:endParaRPr lang="en-US"/>
        </a:p>
      </dgm:t>
    </dgm:pt>
    <dgm:pt modelId="{60CC2C17-D2D8-4A1A-A26B-98B7E4EADE29}">
      <dgm:prSet/>
      <dgm:spPr/>
      <dgm:t>
        <a:bodyPr/>
        <a:lstStyle/>
        <a:p>
          <a:r>
            <a:rPr lang="ru-RU"/>
            <a:t>Эквалайзер</a:t>
          </a:r>
          <a:endParaRPr lang="en-US"/>
        </a:p>
      </dgm:t>
    </dgm:pt>
    <dgm:pt modelId="{BEC0B203-7297-4B16-BDC9-A65739215493}" type="parTrans" cxnId="{2068B025-5EB7-4450-ACBA-AEAA6BCDEE76}">
      <dgm:prSet/>
      <dgm:spPr/>
      <dgm:t>
        <a:bodyPr/>
        <a:lstStyle/>
        <a:p>
          <a:endParaRPr lang="en-US"/>
        </a:p>
      </dgm:t>
    </dgm:pt>
    <dgm:pt modelId="{C4FBC6DD-3CDF-4C07-A098-BCFAB0F158E4}" type="sibTrans" cxnId="{2068B025-5EB7-4450-ACBA-AEAA6BCDEE76}">
      <dgm:prSet/>
      <dgm:spPr/>
      <dgm:t>
        <a:bodyPr/>
        <a:lstStyle/>
        <a:p>
          <a:endParaRPr lang="en-US"/>
        </a:p>
      </dgm:t>
    </dgm:pt>
    <dgm:pt modelId="{55820F89-BB30-46A0-A7EE-30273B83E08E}">
      <dgm:prSet/>
      <dgm:spPr/>
      <dgm:t>
        <a:bodyPr/>
        <a:lstStyle/>
        <a:p>
          <a:r>
            <a:rPr lang="ru-RU"/>
            <a:t>Воспроизведение из интернета</a:t>
          </a:r>
          <a:endParaRPr lang="en-US"/>
        </a:p>
      </dgm:t>
    </dgm:pt>
    <dgm:pt modelId="{9485019A-BDF4-47B1-9E6E-C85718B0CB4D}" type="parTrans" cxnId="{5F864640-FFEB-4970-A9DF-26B8B8BA24F0}">
      <dgm:prSet/>
      <dgm:spPr/>
      <dgm:t>
        <a:bodyPr/>
        <a:lstStyle/>
        <a:p>
          <a:endParaRPr lang="en-US"/>
        </a:p>
      </dgm:t>
    </dgm:pt>
    <dgm:pt modelId="{B272D3A3-200E-4A92-B13A-34810D991BF7}" type="sibTrans" cxnId="{5F864640-FFEB-4970-A9DF-26B8B8BA24F0}">
      <dgm:prSet/>
      <dgm:spPr/>
      <dgm:t>
        <a:bodyPr/>
        <a:lstStyle/>
        <a:p>
          <a:endParaRPr lang="en-US"/>
        </a:p>
      </dgm:t>
    </dgm:pt>
    <dgm:pt modelId="{76A1AB44-2960-4B58-A70A-AACE5CCF6908}">
      <dgm:prSet/>
      <dgm:spPr/>
      <dgm:t>
        <a:bodyPr/>
        <a:lstStyle/>
        <a:p>
          <a:r>
            <a:rPr lang="ru-RU"/>
            <a:t>Уведомления с управлением</a:t>
          </a:r>
          <a:endParaRPr lang="en-US"/>
        </a:p>
      </dgm:t>
    </dgm:pt>
    <dgm:pt modelId="{CFBAEF52-B873-45B9-ADC9-2288D45505E2}" type="parTrans" cxnId="{E5DD6B5C-CAC7-4CF1-9473-6F937E9396C1}">
      <dgm:prSet/>
      <dgm:spPr/>
      <dgm:t>
        <a:bodyPr/>
        <a:lstStyle/>
        <a:p>
          <a:endParaRPr lang="en-US"/>
        </a:p>
      </dgm:t>
    </dgm:pt>
    <dgm:pt modelId="{51F7CD5C-E807-4E5C-AB57-9111DA0582DF}" type="sibTrans" cxnId="{E5DD6B5C-CAC7-4CF1-9473-6F937E9396C1}">
      <dgm:prSet/>
      <dgm:spPr/>
      <dgm:t>
        <a:bodyPr/>
        <a:lstStyle/>
        <a:p>
          <a:endParaRPr lang="en-US"/>
        </a:p>
      </dgm:t>
    </dgm:pt>
    <dgm:pt modelId="{91291D5E-71D8-45F0-87BC-93FF7D9673B4}" type="pres">
      <dgm:prSet presAssocID="{2017343B-72BD-40A5-B37B-336F474E625C}" presName="linear" presStyleCnt="0">
        <dgm:presLayoutVars>
          <dgm:animLvl val="lvl"/>
          <dgm:resizeHandles val="exact"/>
        </dgm:presLayoutVars>
      </dgm:prSet>
      <dgm:spPr/>
    </dgm:pt>
    <dgm:pt modelId="{61F391F5-EDB3-4A78-810B-92E408285AB5}" type="pres">
      <dgm:prSet presAssocID="{5CFE1775-AC04-4B21-9A49-5EE37008BAD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DC66536-5F23-4CEF-925E-B587D5673409}" type="pres">
      <dgm:prSet presAssocID="{B5C5C344-777D-4C67-BDA8-261AAFC8FBC7}" presName="spacer" presStyleCnt="0"/>
      <dgm:spPr/>
    </dgm:pt>
    <dgm:pt modelId="{3F63E1A3-A43E-43D3-80CC-B062780E1CC4}" type="pres">
      <dgm:prSet presAssocID="{60CC2C17-D2D8-4A1A-A26B-98B7E4EADE2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D0F806B-B6ED-48B2-8AC1-E360A53ED0C6}" type="pres">
      <dgm:prSet presAssocID="{C4FBC6DD-3CDF-4C07-A098-BCFAB0F158E4}" presName="spacer" presStyleCnt="0"/>
      <dgm:spPr/>
    </dgm:pt>
    <dgm:pt modelId="{5707B276-BC1E-4A57-9A88-7E8816E36466}" type="pres">
      <dgm:prSet presAssocID="{55820F89-BB30-46A0-A7EE-30273B83E08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F17BB3D-A952-41B9-822A-021C1B8DBEC2}" type="pres">
      <dgm:prSet presAssocID="{B272D3A3-200E-4A92-B13A-34810D991BF7}" presName="spacer" presStyleCnt="0"/>
      <dgm:spPr/>
    </dgm:pt>
    <dgm:pt modelId="{DAEEBB89-FED6-44D8-A851-B7E6BAA10EBD}" type="pres">
      <dgm:prSet presAssocID="{76A1AB44-2960-4B58-A70A-AACE5CCF690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068B025-5EB7-4450-ACBA-AEAA6BCDEE76}" srcId="{2017343B-72BD-40A5-B37B-336F474E625C}" destId="{60CC2C17-D2D8-4A1A-A26B-98B7E4EADE29}" srcOrd="1" destOrd="0" parTransId="{BEC0B203-7297-4B16-BDC9-A65739215493}" sibTransId="{C4FBC6DD-3CDF-4C07-A098-BCFAB0F158E4}"/>
    <dgm:cxn modelId="{65FA2631-DFD3-451E-B60B-76D08CD6704A}" srcId="{2017343B-72BD-40A5-B37B-336F474E625C}" destId="{5CFE1775-AC04-4B21-9A49-5EE37008BAD7}" srcOrd="0" destOrd="0" parTransId="{055CC214-BCF1-45A5-B769-E8DC07994EBB}" sibTransId="{B5C5C344-777D-4C67-BDA8-261AAFC8FBC7}"/>
    <dgm:cxn modelId="{5F864640-FFEB-4970-A9DF-26B8B8BA24F0}" srcId="{2017343B-72BD-40A5-B37B-336F474E625C}" destId="{55820F89-BB30-46A0-A7EE-30273B83E08E}" srcOrd="2" destOrd="0" parTransId="{9485019A-BDF4-47B1-9E6E-C85718B0CB4D}" sibTransId="{B272D3A3-200E-4A92-B13A-34810D991BF7}"/>
    <dgm:cxn modelId="{E5DD6B5C-CAC7-4CF1-9473-6F937E9396C1}" srcId="{2017343B-72BD-40A5-B37B-336F474E625C}" destId="{76A1AB44-2960-4B58-A70A-AACE5CCF6908}" srcOrd="3" destOrd="0" parTransId="{CFBAEF52-B873-45B9-ADC9-2288D45505E2}" sibTransId="{51F7CD5C-E807-4E5C-AB57-9111DA0582DF}"/>
    <dgm:cxn modelId="{96570D6F-CBF5-4ADC-BD1A-B3756AB07E55}" type="presOf" srcId="{60CC2C17-D2D8-4A1A-A26B-98B7E4EADE29}" destId="{3F63E1A3-A43E-43D3-80CC-B062780E1CC4}" srcOrd="0" destOrd="0" presId="urn:microsoft.com/office/officeart/2005/8/layout/vList2"/>
    <dgm:cxn modelId="{BDBB087B-BC04-4210-A124-2BED62527D12}" type="presOf" srcId="{55820F89-BB30-46A0-A7EE-30273B83E08E}" destId="{5707B276-BC1E-4A57-9A88-7E8816E36466}" srcOrd="0" destOrd="0" presId="urn:microsoft.com/office/officeart/2005/8/layout/vList2"/>
    <dgm:cxn modelId="{7642C392-0900-4979-A23B-2CB5032F5CF9}" type="presOf" srcId="{2017343B-72BD-40A5-B37B-336F474E625C}" destId="{91291D5E-71D8-45F0-87BC-93FF7D9673B4}" srcOrd="0" destOrd="0" presId="urn:microsoft.com/office/officeart/2005/8/layout/vList2"/>
    <dgm:cxn modelId="{CAFCD798-2BB0-4B53-A034-4AD4EF5848F9}" type="presOf" srcId="{76A1AB44-2960-4B58-A70A-AACE5CCF6908}" destId="{DAEEBB89-FED6-44D8-A851-B7E6BAA10EBD}" srcOrd="0" destOrd="0" presId="urn:microsoft.com/office/officeart/2005/8/layout/vList2"/>
    <dgm:cxn modelId="{9C9C569C-64DB-4619-BECD-9CBDA105A4F1}" type="presOf" srcId="{5CFE1775-AC04-4B21-9A49-5EE37008BAD7}" destId="{61F391F5-EDB3-4A78-810B-92E408285AB5}" srcOrd="0" destOrd="0" presId="urn:microsoft.com/office/officeart/2005/8/layout/vList2"/>
    <dgm:cxn modelId="{307BF998-1976-4A6E-98D1-A85BBB32BB4A}" type="presParOf" srcId="{91291D5E-71D8-45F0-87BC-93FF7D9673B4}" destId="{61F391F5-EDB3-4A78-810B-92E408285AB5}" srcOrd="0" destOrd="0" presId="urn:microsoft.com/office/officeart/2005/8/layout/vList2"/>
    <dgm:cxn modelId="{882139A1-6AE4-4CA7-B65A-5E1F5A6BDF09}" type="presParOf" srcId="{91291D5E-71D8-45F0-87BC-93FF7D9673B4}" destId="{CDC66536-5F23-4CEF-925E-B587D5673409}" srcOrd="1" destOrd="0" presId="urn:microsoft.com/office/officeart/2005/8/layout/vList2"/>
    <dgm:cxn modelId="{FA892901-FD91-4847-95FC-7F8F0686BF8D}" type="presParOf" srcId="{91291D5E-71D8-45F0-87BC-93FF7D9673B4}" destId="{3F63E1A3-A43E-43D3-80CC-B062780E1CC4}" srcOrd="2" destOrd="0" presId="urn:microsoft.com/office/officeart/2005/8/layout/vList2"/>
    <dgm:cxn modelId="{1C8880E8-52FA-4EAF-9BB1-4BFBDD934652}" type="presParOf" srcId="{91291D5E-71D8-45F0-87BC-93FF7D9673B4}" destId="{ED0F806B-B6ED-48B2-8AC1-E360A53ED0C6}" srcOrd="3" destOrd="0" presId="urn:microsoft.com/office/officeart/2005/8/layout/vList2"/>
    <dgm:cxn modelId="{F824E5E6-0066-47A2-8DB2-77E3D5ED316E}" type="presParOf" srcId="{91291D5E-71D8-45F0-87BC-93FF7D9673B4}" destId="{5707B276-BC1E-4A57-9A88-7E8816E36466}" srcOrd="4" destOrd="0" presId="urn:microsoft.com/office/officeart/2005/8/layout/vList2"/>
    <dgm:cxn modelId="{5724B271-8E16-43C2-B08D-82D86B415E05}" type="presParOf" srcId="{91291D5E-71D8-45F0-87BC-93FF7D9673B4}" destId="{0F17BB3D-A952-41B9-822A-021C1B8DBEC2}" srcOrd="5" destOrd="0" presId="urn:microsoft.com/office/officeart/2005/8/layout/vList2"/>
    <dgm:cxn modelId="{81A03051-331B-4404-8241-83B58A854BE6}" type="presParOf" srcId="{91291D5E-71D8-45F0-87BC-93FF7D9673B4}" destId="{DAEEBB89-FED6-44D8-A851-B7E6BAA10EB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3A9EEE-E71D-49E1-A788-AB00176590D6}">
      <dsp:nvSpPr>
        <dsp:cNvPr id="0" name=""/>
        <dsp:cNvSpPr/>
      </dsp:nvSpPr>
      <dsp:spPr>
        <a:xfrm>
          <a:off x="679050" y="578168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0819E8-C4C5-4977-8DD4-C971DE33841C}">
      <dsp:nvSpPr>
        <dsp:cNvPr id="0" name=""/>
        <dsp:cNvSpPr/>
      </dsp:nvSpPr>
      <dsp:spPr>
        <a:xfrm>
          <a:off x="1081237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31602E-6FE8-4891-8EF6-4EEAA48D3F47}">
      <dsp:nvSpPr>
        <dsp:cNvPr id="0" name=""/>
        <dsp:cNvSpPr/>
      </dsp:nvSpPr>
      <dsp:spPr>
        <a:xfrm>
          <a:off x="75768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2000" kern="1200"/>
            <a:t>Воспроизведение MP3 файлов с устройства</a:t>
          </a:r>
          <a:endParaRPr lang="en-US" sz="2000" kern="1200"/>
        </a:p>
      </dsp:txBody>
      <dsp:txXfrm>
        <a:off x="75768" y="3053169"/>
        <a:ext cx="3093750" cy="720000"/>
      </dsp:txXfrm>
    </dsp:sp>
    <dsp:sp modelId="{625C51F2-44C6-4E32-8452-1629D6A02312}">
      <dsp:nvSpPr>
        <dsp:cNvPr id="0" name=""/>
        <dsp:cNvSpPr/>
      </dsp:nvSpPr>
      <dsp:spPr>
        <a:xfrm>
          <a:off x="4314206" y="578168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3BA6FC-5AEB-4552-A426-FE99B8542E41}">
      <dsp:nvSpPr>
        <dsp:cNvPr id="0" name=""/>
        <dsp:cNvSpPr/>
      </dsp:nvSpPr>
      <dsp:spPr>
        <a:xfrm>
          <a:off x="4716393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B0A549-0E77-4905-B69A-1017A0032493}">
      <dsp:nvSpPr>
        <dsp:cNvPr id="0" name=""/>
        <dsp:cNvSpPr/>
      </dsp:nvSpPr>
      <dsp:spPr>
        <a:xfrm>
          <a:off x="3710925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2000" kern="1200"/>
            <a:t>Интуитивное управление</a:t>
          </a:r>
          <a:endParaRPr lang="en-US" sz="2000" kern="1200"/>
        </a:p>
      </dsp:txBody>
      <dsp:txXfrm>
        <a:off x="3710925" y="3053169"/>
        <a:ext cx="3093750" cy="720000"/>
      </dsp:txXfrm>
    </dsp:sp>
    <dsp:sp modelId="{B4851EE5-BCA2-4141-8B50-6298541295B0}">
      <dsp:nvSpPr>
        <dsp:cNvPr id="0" name=""/>
        <dsp:cNvSpPr/>
      </dsp:nvSpPr>
      <dsp:spPr>
        <a:xfrm>
          <a:off x="7949362" y="578168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FA9973-7B8B-431D-B902-5871AF04ABB0}">
      <dsp:nvSpPr>
        <dsp:cNvPr id="0" name=""/>
        <dsp:cNvSpPr/>
      </dsp:nvSpPr>
      <dsp:spPr>
        <a:xfrm>
          <a:off x="8351550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E9A230-84A9-42CE-AF04-E86CBB7B7AAA}">
      <dsp:nvSpPr>
        <dsp:cNvPr id="0" name=""/>
        <dsp:cNvSpPr/>
      </dsp:nvSpPr>
      <dsp:spPr>
        <a:xfrm>
          <a:off x="7346081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2000" kern="1200"/>
            <a:t>Современный интерфейс</a:t>
          </a:r>
          <a:endParaRPr lang="en-US" sz="2000" kern="1200"/>
        </a:p>
      </dsp:txBody>
      <dsp:txXfrm>
        <a:off x="7346081" y="3053169"/>
        <a:ext cx="3093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5E281E-579B-491F-AFF2-D33A8E6177FC}">
      <dsp:nvSpPr>
        <dsp:cNvPr id="0" name=""/>
        <dsp:cNvSpPr/>
      </dsp:nvSpPr>
      <dsp:spPr>
        <a:xfrm>
          <a:off x="0" y="37268"/>
          <a:ext cx="10515600" cy="98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Kotlin - </a:t>
          </a:r>
          <a:r>
            <a:rPr lang="ru-RU" sz="4000" kern="1200"/>
            <a:t>основной язык</a:t>
          </a:r>
          <a:endParaRPr lang="en-US" sz="4000" kern="1200"/>
        </a:p>
      </dsp:txBody>
      <dsp:txXfrm>
        <a:off x="47976" y="85244"/>
        <a:ext cx="10419648" cy="886848"/>
      </dsp:txXfrm>
    </dsp:sp>
    <dsp:sp modelId="{89E7A4DB-907A-4ADB-8FCE-97D854BC5366}">
      <dsp:nvSpPr>
        <dsp:cNvPr id="0" name=""/>
        <dsp:cNvSpPr/>
      </dsp:nvSpPr>
      <dsp:spPr>
        <a:xfrm>
          <a:off x="0" y="1135269"/>
          <a:ext cx="10515600" cy="98280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Android SDK</a:t>
          </a:r>
        </a:p>
      </dsp:txBody>
      <dsp:txXfrm>
        <a:off x="47976" y="1183245"/>
        <a:ext cx="10419648" cy="886848"/>
      </dsp:txXfrm>
    </dsp:sp>
    <dsp:sp modelId="{7B45F716-A329-402C-82E8-9E04BC175FC8}">
      <dsp:nvSpPr>
        <dsp:cNvPr id="0" name=""/>
        <dsp:cNvSpPr/>
      </dsp:nvSpPr>
      <dsp:spPr>
        <a:xfrm>
          <a:off x="0" y="2233269"/>
          <a:ext cx="10515600" cy="98280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MediaPlayer API </a:t>
          </a:r>
          <a:r>
            <a:rPr lang="ru-RU" sz="4000" kern="1200"/>
            <a:t>для работы со звуком</a:t>
          </a:r>
          <a:endParaRPr lang="en-US" sz="4000" kern="1200"/>
        </a:p>
      </dsp:txBody>
      <dsp:txXfrm>
        <a:off x="47976" y="2281245"/>
        <a:ext cx="10419648" cy="886848"/>
      </dsp:txXfrm>
    </dsp:sp>
    <dsp:sp modelId="{02D98BC0-8FA9-4313-BF9E-EA3B3492CEB0}">
      <dsp:nvSpPr>
        <dsp:cNvPr id="0" name=""/>
        <dsp:cNvSpPr/>
      </dsp:nvSpPr>
      <dsp:spPr>
        <a:xfrm>
          <a:off x="0" y="3331269"/>
          <a:ext cx="10515600" cy="98280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XML </a:t>
          </a:r>
          <a:r>
            <a:rPr lang="ru-RU" sz="4000" kern="1200"/>
            <a:t>для интерфейса</a:t>
          </a:r>
          <a:endParaRPr lang="en-US" sz="4000" kern="1200"/>
        </a:p>
      </dsp:txBody>
      <dsp:txXfrm>
        <a:off x="47976" y="3379245"/>
        <a:ext cx="10419648" cy="8868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FD5A03-FB32-4ADD-998A-F0EB970F9E3C}">
      <dsp:nvSpPr>
        <dsp:cNvPr id="0" name=""/>
        <dsp:cNvSpPr/>
      </dsp:nvSpPr>
      <dsp:spPr>
        <a:xfrm>
          <a:off x="0" y="679000"/>
          <a:ext cx="6735443" cy="7722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/>
            <a:t>✅ Play/Pause воспроизведение</a:t>
          </a:r>
          <a:endParaRPr lang="en-US" sz="3000" kern="1200"/>
        </a:p>
      </dsp:txBody>
      <dsp:txXfrm>
        <a:off x="37696" y="716696"/>
        <a:ext cx="6660051" cy="696808"/>
      </dsp:txXfrm>
    </dsp:sp>
    <dsp:sp modelId="{FCEA8B1D-704D-48EB-B83D-8558ABF4BD28}">
      <dsp:nvSpPr>
        <dsp:cNvPr id="0" name=""/>
        <dsp:cNvSpPr/>
      </dsp:nvSpPr>
      <dsp:spPr>
        <a:xfrm>
          <a:off x="0" y="1537600"/>
          <a:ext cx="6735443" cy="772200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/>
            <a:t>✅ Переключение треков (Next/Prev)</a:t>
          </a:r>
          <a:endParaRPr lang="en-US" sz="3000" kern="1200"/>
        </a:p>
      </dsp:txBody>
      <dsp:txXfrm>
        <a:off x="37696" y="1575296"/>
        <a:ext cx="6660051" cy="696808"/>
      </dsp:txXfrm>
    </dsp:sp>
    <dsp:sp modelId="{159F2579-FD68-43D2-8951-738D08B49707}">
      <dsp:nvSpPr>
        <dsp:cNvPr id="0" name=""/>
        <dsp:cNvSpPr/>
      </dsp:nvSpPr>
      <dsp:spPr>
        <a:xfrm>
          <a:off x="0" y="2396200"/>
          <a:ext cx="6735443" cy="77220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/>
            <a:t>✅ Прогресс-бар с перемоткой</a:t>
          </a:r>
          <a:endParaRPr lang="en-US" sz="3000" kern="1200"/>
        </a:p>
      </dsp:txBody>
      <dsp:txXfrm>
        <a:off x="37696" y="2433896"/>
        <a:ext cx="6660051" cy="696808"/>
      </dsp:txXfrm>
    </dsp:sp>
    <dsp:sp modelId="{438C150A-76B7-4EF1-9400-81DC2FE5716E}">
      <dsp:nvSpPr>
        <dsp:cNvPr id="0" name=""/>
        <dsp:cNvSpPr/>
      </dsp:nvSpPr>
      <dsp:spPr>
        <a:xfrm>
          <a:off x="0" y="3254800"/>
          <a:ext cx="6735443" cy="772200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/>
            <a:t>✅ Отображение времени трека</a:t>
          </a:r>
          <a:endParaRPr lang="en-US" sz="3000" kern="1200"/>
        </a:p>
      </dsp:txBody>
      <dsp:txXfrm>
        <a:off x="37696" y="3292496"/>
        <a:ext cx="6660051" cy="696808"/>
      </dsp:txXfrm>
    </dsp:sp>
    <dsp:sp modelId="{CF93B77B-5990-4788-9079-67334449D220}">
      <dsp:nvSpPr>
        <dsp:cNvPr id="0" name=""/>
        <dsp:cNvSpPr/>
      </dsp:nvSpPr>
      <dsp:spPr>
        <a:xfrm>
          <a:off x="0" y="4113401"/>
          <a:ext cx="6735443" cy="77220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/>
            <a:t>✅ Автопереход к следующей песне</a:t>
          </a:r>
          <a:endParaRPr lang="en-US" sz="3000" kern="1200"/>
        </a:p>
      </dsp:txBody>
      <dsp:txXfrm>
        <a:off x="37696" y="4151097"/>
        <a:ext cx="6660051" cy="69680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E44C91-EB51-48F5-8381-2E0C2216E1EB}">
      <dsp:nvSpPr>
        <dsp:cNvPr id="0" name=""/>
        <dsp:cNvSpPr/>
      </dsp:nvSpPr>
      <dsp:spPr>
        <a:xfrm>
          <a:off x="371445" y="0"/>
          <a:ext cx="5560839" cy="5560839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51765C-1BF1-4978-9370-9969012702ED}">
      <dsp:nvSpPr>
        <dsp:cNvPr id="0" name=""/>
        <dsp:cNvSpPr/>
      </dsp:nvSpPr>
      <dsp:spPr>
        <a:xfrm>
          <a:off x="899724" y="528279"/>
          <a:ext cx="2168727" cy="216872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MainActivity.kt    - </a:t>
          </a:r>
          <a:r>
            <a:rPr lang="ru-RU" sz="1800" kern="1200"/>
            <a:t>логика плеера</a:t>
          </a:r>
          <a:endParaRPr lang="en-US" sz="1800" kern="1200"/>
        </a:p>
      </dsp:txBody>
      <dsp:txXfrm>
        <a:off x="1005593" y="634148"/>
        <a:ext cx="1956989" cy="1956989"/>
      </dsp:txXfrm>
    </dsp:sp>
    <dsp:sp modelId="{E8953797-62AD-46C0-B4A3-F0330EA6D714}">
      <dsp:nvSpPr>
        <dsp:cNvPr id="0" name=""/>
        <dsp:cNvSpPr/>
      </dsp:nvSpPr>
      <dsp:spPr>
        <a:xfrm>
          <a:off x="3235277" y="528279"/>
          <a:ext cx="2168727" cy="216872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activity_main.xml - </a:t>
          </a:r>
          <a:r>
            <a:rPr lang="ru-RU" sz="1800" kern="1200"/>
            <a:t>интерфейс  </a:t>
          </a:r>
          <a:endParaRPr lang="en-US" sz="1800" kern="1200"/>
        </a:p>
      </dsp:txBody>
      <dsp:txXfrm>
        <a:off x="3341146" y="634148"/>
        <a:ext cx="1956989" cy="1956989"/>
      </dsp:txXfrm>
    </dsp:sp>
    <dsp:sp modelId="{CF12AFDB-0EA5-46E6-A113-3013594DE359}">
      <dsp:nvSpPr>
        <dsp:cNvPr id="0" name=""/>
        <dsp:cNvSpPr/>
      </dsp:nvSpPr>
      <dsp:spPr>
        <a:xfrm>
          <a:off x="899724" y="2863832"/>
          <a:ext cx="2168727" cy="216872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res/raw/          - </a:t>
          </a:r>
          <a:r>
            <a:rPr lang="ru-RU" sz="1800" kern="1200"/>
            <a:t>аудиофайлы</a:t>
          </a:r>
          <a:endParaRPr lang="en-US" sz="1800" kern="1200"/>
        </a:p>
      </dsp:txBody>
      <dsp:txXfrm>
        <a:off x="1005593" y="2969701"/>
        <a:ext cx="1956989" cy="1956989"/>
      </dsp:txXfrm>
    </dsp:sp>
    <dsp:sp modelId="{6C7C2E04-42CF-4332-B958-07204E666FDA}">
      <dsp:nvSpPr>
        <dsp:cNvPr id="0" name=""/>
        <dsp:cNvSpPr/>
      </dsp:nvSpPr>
      <dsp:spPr>
        <a:xfrm>
          <a:off x="3235277" y="2863832"/>
          <a:ext cx="2168727" cy="216872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build.gradle      - </a:t>
          </a:r>
          <a:r>
            <a:rPr lang="ru-RU" sz="1800" kern="1200"/>
            <a:t>зависимости</a:t>
          </a:r>
          <a:endParaRPr lang="en-US" sz="1800" kern="1200"/>
        </a:p>
      </dsp:txBody>
      <dsp:txXfrm>
        <a:off x="3341146" y="2969701"/>
        <a:ext cx="1956989" cy="19569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CC8D62-BC77-4A52-8CDF-B73790542654}">
      <dsp:nvSpPr>
        <dsp:cNvPr id="0" name=""/>
        <dsp:cNvSpPr/>
      </dsp:nvSpPr>
      <dsp:spPr>
        <a:xfrm>
          <a:off x="0" y="25834"/>
          <a:ext cx="6303729" cy="10073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kern="1200"/>
            <a:t>Название трека</a:t>
          </a:r>
          <a:endParaRPr lang="en-US" sz="4100" kern="1200"/>
        </a:p>
      </dsp:txBody>
      <dsp:txXfrm>
        <a:off x="49176" y="75010"/>
        <a:ext cx="6205377" cy="909018"/>
      </dsp:txXfrm>
    </dsp:sp>
    <dsp:sp modelId="{45A310DC-D4C2-4D0E-BE2B-4DA748AFA138}">
      <dsp:nvSpPr>
        <dsp:cNvPr id="0" name=""/>
        <dsp:cNvSpPr/>
      </dsp:nvSpPr>
      <dsp:spPr>
        <a:xfrm>
          <a:off x="0" y="1151284"/>
          <a:ext cx="6303729" cy="1007370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kern="1200"/>
            <a:t>SeekBar с прогрессом</a:t>
          </a:r>
          <a:endParaRPr lang="en-US" sz="4100" kern="1200"/>
        </a:p>
      </dsp:txBody>
      <dsp:txXfrm>
        <a:off x="49176" y="1200460"/>
        <a:ext cx="6205377" cy="909018"/>
      </dsp:txXfrm>
    </dsp:sp>
    <dsp:sp modelId="{932AE31D-3447-4AF2-8F2E-3EB0C3F5D8CA}">
      <dsp:nvSpPr>
        <dsp:cNvPr id="0" name=""/>
        <dsp:cNvSpPr/>
      </dsp:nvSpPr>
      <dsp:spPr>
        <a:xfrm>
          <a:off x="0" y="2276734"/>
          <a:ext cx="6303729" cy="100737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kern="1200"/>
            <a:t>Текущее/общее время</a:t>
          </a:r>
          <a:endParaRPr lang="en-US" sz="4100" kern="1200"/>
        </a:p>
      </dsp:txBody>
      <dsp:txXfrm>
        <a:off x="49176" y="2325910"/>
        <a:ext cx="6205377" cy="909018"/>
      </dsp:txXfrm>
    </dsp:sp>
    <dsp:sp modelId="{0AE06839-0F69-4E45-9E33-36A08BD1D46D}">
      <dsp:nvSpPr>
        <dsp:cNvPr id="0" name=""/>
        <dsp:cNvSpPr/>
      </dsp:nvSpPr>
      <dsp:spPr>
        <a:xfrm>
          <a:off x="0" y="3402184"/>
          <a:ext cx="6303729" cy="1007370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kern="1200"/>
            <a:t>Кнопки управления</a:t>
          </a:r>
          <a:endParaRPr lang="en-US" sz="4100" kern="1200"/>
        </a:p>
      </dsp:txBody>
      <dsp:txXfrm>
        <a:off x="49176" y="3451360"/>
        <a:ext cx="6205377" cy="909018"/>
      </dsp:txXfrm>
    </dsp:sp>
    <dsp:sp modelId="{6D861834-B3C7-4C5A-8C8A-3D2A8C57461C}">
      <dsp:nvSpPr>
        <dsp:cNvPr id="0" name=""/>
        <dsp:cNvSpPr/>
      </dsp:nvSpPr>
      <dsp:spPr>
        <a:xfrm>
          <a:off x="0" y="4527634"/>
          <a:ext cx="6303729" cy="100737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kern="1200"/>
            <a:t>Темная тема</a:t>
          </a:r>
          <a:endParaRPr lang="en-US" sz="4100" kern="1200"/>
        </a:p>
      </dsp:txBody>
      <dsp:txXfrm>
        <a:off x="49176" y="4576810"/>
        <a:ext cx="6205377" cy="90901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2C59CC-B219-4C24-86CF-5E6F535FC8D4}">
      <dsp:nvSpPr>
        <dsp:cNvPr id="0" name=""/>
        <dsp:cNvSpPr/>
      </dsp:nvSpPr>
      <dsp:spPr>
        <a:xfrm>
          <a:off x="0" y="37334"/>
          <a:ext cx="6735443" cy="103808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/>
            <a:t>// Основные функции:</a:t>
          </a:r>
          <a:endParaRPr lang="en-US" sz="2600" kern="1200"/>
        </a:p>
      </dsp:txBody>
      <dsp:txXfrm>
        <a:off x="50675" y="88009"/>
        <a:ext cx="6634093" cy="936732"/>
      </dsp:txXfrm>
    </dsp:sp>
    <dsp:sp modelId="{B1A520B4-E8DE-4337-BAE3-E44227B15D77}">
      <dsp:nvSpPr>
        <dsp:cNvPr id="0" name=""/>
        <dsp:cNvSpPr/>
      </dsp:nvSpPr>
      <dsp:spPr>
        <a:xfrm>
          <a:off x="0" y="1150297"/>
          <a:ext cx="6735443" cy="1038082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fun playSong()          // </a:t>
          </a:r>
          <a:r>
            <a:rPr lang="ru-RU" sz="2600" kern="1200"/>
            <a:t>старт воспроизведения</a:t>
          </a:r>
          <a:endParaRPr lang="en-US" sz="2600" kern="1200"/>
        </a:p>
      </dsp:txBody>
      <dsp:txXfrm>
        <a:off x="50675" y="1200972"/>
        <a:ext cx="6634093" cy="936732"/>
      </dsp:txXfrm>
    </dsp:sp>
    <dsp:sp modelId="{ACA1E514-67BC-40EB-8C04-7966E9AF3953}">
      <dsp:nvSpPr>
        <dsp:cNvPr id="0" name=""/>
        <dsp:cNvSpPr/>
      </dsp:nvSpPr>
      <dsp:spPr>
        <a:xfrm>
          <a:off x="0" y="2263259"/>
          <a:ext cx="6735443" cy="1038082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fun togglePlayPause()   // </a:t>
          </a:r>
          <a:r>
            <a:rPr lang="ru-RU" sz="2600" kern="1200"/>
            <a:t>управление</a:t>
          </a:r>
          <a:endParaRPr lang="en-US" sz="2600" kern="1200"/>
        </a:p>
      </dsp:txBody>
      <dsp:txXfrm>
        <a:off x="50675" y="2313934"/>
        <a:ext cx="6634093" cy="936732"/>
      </dsp:txXfrm>
    </dsp:sp>
    <dsp:sp modelId="{759782A5-0FCB-4F86-9D12-82B9645D0BA2}">
      <dsp:nvSpPr>
        <dsp:cNvPr id="0" name=""/>
        <dsp:cNvSpPr/>
      </dsp:nvSpPr>
      <dsp:spPr>
        <a:xfrm>
          <a:off x="0" y="3376222"/>
          <a:ext cx="6735443" cy="1038082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fun updateSeekBar()     // </a:t>
          </a:r>
          <a:r>
            <a:rPr lang="ru-RU" sz="2600" kern="1200"/>
            <a:t>обновление прогресса</a:t>
          </a:r>
          <a:endParaRPr lang="en-US" sz="2600" kern="1200"/>
        </a:p>
      </dsp:txBody>
      <dsp:txXfrm>
        <a:off x="50675" y="3426897"/>
        <a:ext cx="6634093" cy="936732"/>
      </dsp:txXfrm>
    </dsp:sp>
    <dsp:sp modelId="{0100253C-AE5F-4346-B4E1-3CFFD41D5E09}">
      <dsp:nvSpPr>
        <dsp:cNvPr id="0" name=""/>
        <dsp:cNvSpPr/>
      </dsp:nvSpPr>
      <dsp:spPr>
        <a:xfrm>
          <a:off x="0" y="4489184"/>
          <a:ext cx="6735443" cy="1038082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fun playNext()         // </a:t>
          </a:r>
          <a:r>
            <a:rPr lang="ru-RU" sz="2600" kern="1200"/>
            <a:t>следующий трек</a:t>
          </a:r>
          <a:endParaRPr lang="en-US" sz="2600" kern="1200"/>
        </a:p>
      </dsp:txBody>
      <dsp:txXfrm>
        <a:off x="50675" y="4539859"/>
        <a:ext cx="6634093" cy="93673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66CB62-CC0C-4AA3-A0A9-5BF8E572782E}">
      <dsp:nvSpPr>
        <dsp:cNvPr id="0" name=""/>
        <dsp:cNvSpPr/>
      </dsp:nvSpPr>
      <dsp:spPr>
        <a:xfrm>
          <a:off x="371445" y="0"/>
          <a:ext cx="5560839" cy="5560839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35FF67-570C-4B1D-AF0D-50A924A963C9}">
      <dsp:nvSpPr>
        <dsp:cNvPr id="0" name=""/>
        <dsp:cNvSpPr/>
      </dsp:nvSpPr>
      <dsp:spPr>
        <a:xfrm>
          <a:off x="899724" y="528279"/>
          <a:ext cx="2168727" cy="216872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Рабочий музыкальный плеер</a:t>
          </a:r>
          <a:endParaRPr lang="en-US" sz="1500" kern="1200"/>
        </a:p>
      </dsp:txBody>
      <dsp:txXfrm>
        <a:off x="1005593" y="634148"/>
        <a:ext cx="1956989" cy="1956989"/>
      </dsp:txXfrm>
    </dsp:sp>
    <dsp:sp modelId="{158419D0-24A9-492B-86BA-115CFCB32136}">
      <dsp:nvSpPr>
        <dsp:cNvPr id="0" name=""/>
        <dsp:cNvSpPr/>
      </dsp:nvSpPr>
      <dsp:spPr>
        <a:xfrm>
          <a:off x="3235277" y="528279"/>
          <a:ext cx="2168727" cy="216872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Стабильная производительность</a:t>
          </a:r>
          <a:endParaRPr lang="en-US" sz="1500" kern="1200"/>
        </a:p>
      </dsp:txBody>
      <dsp:txXfrm>
        <a:off x="3341146" y="634148"/>
        <a:ext cx="1956989" cy="1956989"/>
      </dsp:txXfrm>
    </dsp:sp>
    <dsp:sp modelId="{732266CF-BBF1-4622-8AEC-DA84B903EBE2}">
      <dsp:nvSpPr>
        <dsp:cNvPr id="0" name=""/>
        <dsp:cNvSpPr/>
      </dsp:nvSpPr>
      <dsp:spPr>
        <a:xfrm>
          <a:off x="899724" y="2863832"/>
          <a:ext cx="2168727" cy="216872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Удобный интерфейс</a:t>
          </a:r>
          <a:endParaRPr lang="en-US" sz="1500" kern="1200"/>
        </a:p>
      </dsp:txBody>
      <dsp:txXfrm>
        <a:off x="1005593" y="2969701"/>
        <a:ext cx="1956989" cy="1956989"/>
      </dsp:txXfrm>
    </dsp:sp>
    <dsp:sp modelId="{3E397D66-DD35-4240-AEAE-1716AD9ED2B8}">
      <dsp:nvSpPr>
        <dsp:cNvPr id="0" name=""/>
        <dsp:cNvSpPr/>
      </dsp:nvSpPr>
      <dsp:spPr>
        <a:xfrm>
          <a:off x="3235277" y="2863832"/>
          <a:ext cx="2168727" cy="216872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Готово к установке на устройства</a:t>
          </a:r>
          <a:endParaRPr lang="en-US" sz="1500" kern="1200"/>
        </a:p>
      </dsp:txBody>
      <dsp:txXfrm>
        <a:off x="3341146" y="2969701"/>
        <a:ext cx="1956989" cy="195698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F391F5-EDB3-4A78-810B-92E408285AB5}">
      <dsp:nvSpPr>
        <dsp:cNvPr id="0" name=""/>
        <dsp:cNvSpPr/>
      </dsp:nvSpPr>
      <dsp:spPr>
        <a:xfrm>
          <a:off x="0" y="911201"/>
          <a:ext cx="6735443" cy="85994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/>
            <a:t>Плейлисты</a:t>
          </a:r>
          <a:endParaRPr lang="en-US" sz="3500" kern="1200"/>
        </a:p>
      </dsp:txBody>
      <dsp:txXfrm>
        <a:off x="41979" y="953180"/>
        <a:ext cx="6651485" cy="775991"/>
      </dsp:txXfrm>
    </dsp:sp>
    <dsp:sp modelId="{3F63E1A3-A43E-43D3-80CC-B062780E1CC4}">
      <dsp:nvSpPr>
        <dsp:cNvPr id="0" name=""/>
        <dsp:cNvSpPr/>
      </dsp:nvSpPr>
      <dsp:spPr>
        <a:xfrm>
          <a:off x="0" y="1871951"/>
          <a:ext cx="6735443" cy="859949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/>
            <a:t>Эквалайзер</a:t>
          </a:r>
          <a:endParaRPr lang="en-US" sz="3500" kern="1200"/>
        </a:p>
      </dsp:txBody>
      <dsp:txXfrm>
        <a:off x="41979" y="1913930"/>
        <a:ext cx="6651485" cy="775991"/>
      </dsp:txXfrm>
    </dsp:sp>
    <dsp:sp modelId="{5707B276-BC1E-4A57-9A88-7E8816E36466}">
      <dsp:nvSpPr>
        <dsp:cNvPr id="0" name=""/>
        <dsp:cNvSpPr/>
      </dsp:nvSpPr>
      <dsp:spPr>
        <a:xfrm>
          <a:off x="0" y="2832700"/>
          <a:ext cx="6735443" cy="859949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/>
            <a:t>Воспроизведение из интернета</a:t>
          </a:r>
          <a:endParaRPr lang="en-US" sz="3500" kern="1200"/>
        </a:p>
      </dsp:txBody>
      <dsp:txXfrm>
        <a:off x="41979" y="2874679"/>
        <a:ext cx="6651485" cy="775991"/>
      </dsp:txXfrm>
    </dsp:sp>
    <dsp:sp modelId="{DAEEBB89-FED6-44D8-A851-B7E6BAA10EBD}">
      <dsp:nvSpPr>
        <dsp:cNvPr id="0" name=""/>
        <dsp:cNvSpPr/>
      </dsp:nvSpPr>
      <dsp:spPr>
        <a:xfrm>
          <a:off x="0" y="3793450"/>
          <a:ext cx="6735443" cy="85994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/>
            <a:t>Уведомления с управлением</a:t>
          </a:r>
          <a:endParaRPr lang="en-US" sz="3500" kern="1200"/>
        </a:p>
      </dsp:txBody>
      <dsp:txXfrm>
        <a:off x="41979" y="3835429"/>
        <a:ext cx="6651485" cy="7759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0020DD-0039-4A08-06E2-86068291B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3973314-9D30-BCD2-7B42-650F9D603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3DD4FE-9152-B745-D895-B45FE9AA6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2B52-25BB-4734-8057-CF3AC1860651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D1DDDF-3EB9-DF9D-1503-2BE4677FD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E1EC48-8817-CE40-2735-635CAB2A9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0F15-DBCE-4F90-903F-0A9A1402B7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381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8C5CF2-5985-EA28-7435-CE4B32AEC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2CDC9B-7EFE-CE33-CA64-54E3734CF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651235-CC45-5D7A-8F53-14D67C242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2B52-25BB-4734-8057-CF3AC1860651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CDAD2A-4D9C-957A-F3C7-88CC590E3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8D6C67-122E-4B83-EFA5-D77D68601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0F15-DBCE-4F90-903F-0A9A1402B7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0525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55F0B7-BE0F-D370-BC22-AE4058DC0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944734-AD1B-76B8-5A26-7D158C0BF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221E4A-309F-A0F3-D54E-5FD6EAFAE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2B52-25BB-4734-8057-CF3AC1860651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A00E9C-3FDF-AA09-7303-C7FD7A003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135AD0-C452-16AE-4594-0D5A1B709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0F15-DBCE-4F90-903F-0A9A1402B7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511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A4695D-5345-96F8-B297-F8A9AFB47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B7BD5A-8F8A-0A8B-2278-09FAD3827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E536E4A-E0F2-54E8-3A07-A274BFB73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C34D0E-4841-3556-CC32-DF279D3AC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2B52-25BB-4734-8057-CF3AC1860651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C6F2E8-80F1-D962-7D77-F0D321D39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B00F11-29F0-D902-8812-AFDBFA8EE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0F15-DBCE-4F90-903F-0A9A1402B7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2007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E2CB45-9C39-D048-D72F-BB0F76B3F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A9C6E1-38D6-25EC-141C-E9C40076A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395BFE-E938-B839-B665-36FD3C2CB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E663FA-B43D-EB52-0375-6A63CA028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3378F1D-0D52-7031-16D6-8CBB4887A7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28B2D69-6D5F-0EF5-3468-4CD3D3C01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2B52-25BB-4734-8057-CF3AC1860651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418F023-7243-0DE0-0944-80AD7FC60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3B20111-8C1D-58ED-A824-A60D1A140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0F15-DBCE-4F90-903F-0A9A1402B7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339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B5717-7331-4B85-7C30-525874563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10F873C-A0DF-4D5D-A15B-94BC9B985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2B52-25BB-4734-8057-CF3AC1860651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6F09B12-552F-29CD-4154-F23C2874B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B122F55-D35D-DA5E-1B4C-46C6E68B5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0F15-DBCE-4F90-903F-0A9A1402B7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775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10C5353-770D-832F-8B52-9B7123BBF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2B52-25BB-4734-8057-CF3AC1860651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E34D541-F177-31D1-1101-F15592E9C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A80702C-E647-221B-C909-CB1A2142E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0F15-DBCE-4F90-903F-0A9A1402B7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903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F624E9-D982-9CA4-9F3C-9F790F7A2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A34397-B70A-EA5E-EA3B-DF890618B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736FD9-5573-1BE3-54CD-EFFA16335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AE19F2-9B77-6E34-C27A-B166B41FB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2B52-25BB-4734-8057-CF3AC1860651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F246769-3387-4B92-092A-EE9C20D4F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A4E9EA-D1D5-1FDE-54F1-A50D68A5C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0F15-DBCE-4F90-903F-0A9A1402B7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7502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DFFC4A-E4A1-5C0B-E37C-78BE4D5FA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F170DE9-71BE-822D-C2D7-E92B723F77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C65B33C-9093-A102-A3B9-8FD60E549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568C22-D68A-72C4-764A-4C8804890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2B52-25BB-4734-8057-CF3AC1860651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A67AE66-4499-15C9-B736-EEC21BA49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AED19D-EEF6-0F65-AB8D-E3801DC34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0F15-DBCE-4F90-903F-0A9A1402B7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2548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537856-735C-A87B-5FE0-7C7EDA15D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5B2009A-AA3E-EC54-4BEA-B8FA2326C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24370A-A126-6B4B-6BC2-5A49056C7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2B52-25BB-4734-8057-CF3AC1860651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87DCAF-5C62-7AF8-F31C-70DC3A8C8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330C47-E479-6220-2361-72CC8D283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0F15-DBCE-4F90-903F-0A9A1402B7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5412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299AA97-3643-E135-FE8D-D7117CF433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6DB06EC-2062-833E-355D-A28E7FE7A7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F6A994-F4A4-AC5F-1D44-3B2E39D3E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2B52-25BB-4734-8057-CF3AC1860651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0CB069-D649-5E51-350D-4EF5D30B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CCFAC9-2ABB-841D-C7BB-0C103A441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0F15-DBCE-4F90-903F-0A9A1402B7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6665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28A673-22FE-AFDA-5DD6-09B0E8E95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B823F5-7DA4-9F78-69E8-F2E1AC4E6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0699EC-9BCE-0860-846B-9B163AAF60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C92B52-25BB-4734-8057-CF3AC1860651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2F9C78-221F-3BA0-B5F8-714DBEBE7B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11532B-2D75-9B4A-A852-EEF34A781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30F15-DBCE-4F90-903F-0A9A1402B7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778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9EB17F-AC38-8675-A88D-31810D3B8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0908" y="1220919"/>
            <a:ext cx="5425781" cy="2387600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Музыкальный плеер на </a:t>
            </a:r>
            <a:r>
              <a:rPr lang="en-US" dirty="0"/>
              <a:t>Kotlin</a:t>
            </a:r>
            <a:endParaRPr lang="ru-RU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Block Arc 12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123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4B39E5-98CE-4D71-F085-1B62AC251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ru-RU" sz="2400" b="1">
                <a:solidFill>
                  <a:srgbClr val="FFFFFF"/>
                </a:solidFill>
              </a:rPr>
              <a:t>Цель:</a:t>
            </a:r>
            <a:r>
              <a:rPr lang="ru-RU" sz="2400">
                <a:solidFill>
                  <a:srgbClr val="FFFFFF"/>
                </a:solidFill>
              </a:rPr>
              <a:t> Разработать простое приложение для прослушивания музыки</a:t>
            </a:r>
            <a:br>
              <a:rPr lang="ru-RU" sz="2400">
                <a:solidFill>
                  <a:srgbClr val="FFFFFF"/>
                </a:solidFill>
              </a:rPr>
            </a:br>
            <a:endParaRPr lang="ru-RU" sz="2400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68B28874-8250-1665-4860-AFE618950F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119561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7019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8049DC-0685-E97F-8F8E-A88081682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ru-RU" b="1">
                <a:solidFill>
                  <a:srgbClr val="FFFFFF"/>
                </a:solidFill>
              </a:rPr>
              <a:t>Стек технологий:</a:t>
            </a:r>
            <a:endParaRPr lang="ru-RU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429C7C45-F4EE-0641-C231-BFD72ACD62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8072105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421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E5A632B-B15A-489E-8337-BC0F40DB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05262" y="859948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F673CC-3A19-1125-CCDF-65C25C8A1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ru-RU" sz="3400" b="1">
                <a:solidFill>
                  <a:srgbClr val="FFFFFF"/>
                </a:solidFill>
              </a:rPr>
              <a:t>Что умеет приложение:</a:t>
            </a:r>
            <a:endParaRPr lang="ru-RU" sz="3400">
              <a:solidFill>
                <a:srgbClr val="FFFFFF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51547D7-AD18-407B-A5F4-F8225B5D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5452" y="434266"/>
            <a:ext cx="7217701" cy="5922084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8F983498-18EA-3E67-F407-B34F9D4938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1266149"/>
              </p:ext>
            </p:extLst>
          </p:nvPr>
        </p:nvGraphicFramePr>
        <p:xfrm>
          <a:off x="4763911" y="609600"/>
          <a:ext cx="6735443" cy="556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9386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5D489D-16E1-484D-867B-144368D7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496F5-B01E-4BF8-9D1E-C4E53B6F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2257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c 12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2906963" y="1348064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BC31C4-1B5A-4496-C7D2-CFBE285CA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ru-RU" b="1">
                <a:solidFill>
                  <a:srgbClr val="FFFFFF"/>
                </a:solidFill>
              </a:rPr>
              <a:t>Структура проекта:</a:t>
            </a:r>
            <a:endParaRPr lang="ru-RU">
              <a:solidFill>
                <a:srgbClr val="FFFFFF"/>
              </a:solidFill>
            </a:endParaRP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E5293439-539E-C4E4-FB46-F3062A79D2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3414915"/>
              </p:ext>
            </p:extLst>
          </p:nvPr>
        </p:nvGraphicFramePr>
        <p:xfrm>
          <a:off x="5237018" y="653693"/>
          <a:ext cx="6303729" cy="5560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0765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5D489D-16E1-484D-867B-144368D7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496F5-B01E-4BF8-9D1E-C4E53B6F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2257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2906963" y="1348064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47A703-749B-7B29-5112-58BE2F62A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ru-RU" b="1">
                <a:solidFill>
                  <a:srgbClr val="FFFFFF"/>
                </a:solidFill>
              </a:rPr>
              <a:t>Элементы </a:t>
            </a:r>
            <a:r>
              <a:rPr lang="en-US" b="1">
                <a:solidFill>
                  <a:srgbClr val="FFFFFF"/>
                </a:solidFill>
              </a:rPr>
              <a:t>UI:</a:t>
            </a:r>
            <a:endParaRPr lang="ru-RU">
              <a:solidFill>
                <a:srgbClr val="FFFFFF"/>
              </a:solidFill>
            </a:endParaRP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6AF18389-6E7A-E92D-972B-B88562DBDC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9889847"/>
              </p:ext>
            </p:extLst>
          </p:nvPr>
        </p:nvGraphicFramePr>
        <p:xfrm>
          <a:off x="5237018" y="653693"/>
          <a:ext cx="6303729" cy="5560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2499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5A632B-B15A-489E-8337-BC0F40DB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05262" y="859948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75DD39-1D20-12B2-F1AE-CA17F4EC0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ru-RU" b="1">
                <a:solidFill>
                  <a:srgbClr val="FFFFFF"/>
                </a:solidFill>
              </a:rPr>
              <a:t>Ключевой код</a:t>
            </a:r>
            <a:r>
              <a:rPr lang="en-US" b="1">
                <a:solidFill>
                  <a:srgbClr val="FFFFFF"/>
                </a:solidFill>
              </a:rPr>
              <a:t>:</a:t>
            </a:r>
            <a:endParaRPr lang="ru-RU">
              <a:solidFill>
                <a:srgbClr val="FFFFFF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51547D7-AD18-407B-A5F4-F8225B5D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5452" y="434266"/>
            <a:ext cx="7217701" cy="5922084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54805CCD-1119-79E9-E20E-E11CE72C1E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9175689"/>
              </p:ext>
            </p:extLst>
          </p:nvPr>
        </p:nvGraphicFramePr>
        <p:xfrm>
          <a:off x="4763911" y="609600"/>
          <a:ext cx="6735443" cy="556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7652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545D489D-16E1-484D-867B-144368D7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49A496F5-B01E-4BF8-9D1E-C4E53B6F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2257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c 12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2906963" y="1348064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3C4CF4-1F41-27C9-DB28-C08E7C2C2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ru-RU" sz="3700" b="1">
                <a:solidFill>
                  <a:srgbClr val="FFFFFF"/>
                </a:solidFill>
              </a:rPr>
              <a:t>Достигнуто:</a:t>
            </a:r>
            <a:endParaRPr lang="ru-RU" sz="3700">
              <a:solidFill>
                <a:srgbClr val="FFFFFF"/>
              </a:solidFill>
            </a:endParaRPr>
          </a:p>
        </p:txBody>
      </p:sp>
      <p:graphicFrame>
        <p:nvGraphicFramePr>
          <p:cNvPr id="18" name="Объект 2">
            <a:extLst>
              <a:ext uri="{FF2B5EF4-FFF2-40B4-BE49-F238E27FC236}">
                <a16:creationId xmlns:a16="http://schemas.microsoft.com/office/drawing/2014/main" id="{1B86A75A-D7F3-6353-2220-1C19A5A806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775707"/>
              </p:ext>
            </p:extLst>
          </p:nvPr>
        </p:nvGraphicFramePr>
        <p:xfrm>
          <a:off x="5237018" y="653693"/>
          <a:ext cx="6303729" cy="5560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2925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5A632B-B15A-489E-8337-BC0F40DB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05262" y="859948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184958-90E5-F8D9-8EB6-071FB2E1E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ru-RU" sz="3700" b="1">
                <a:solidFill>
                  <a:srgbClr val="FFFFFF"/>
                </a:solidFill>
              </a:rPr>
              <a:t>Возможные улучшения:</a:t>
            </a:r>
            <a:endParaRPr lang="ru-RU" sz="3700">
              <a:solidFill>
                <a:srgbClr val="FFFFFF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51547D7-AD18-407B-A5F4-F8225B5D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5452" y="434266"/>
            <a:ext cx="7217701" cy="5922084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98F867E0-721D-8DB8-7A10-FE65B38FC6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9807024"/>
              </p:ext>
            </p:extLst>
          </p:nvPr>
        </p:nvGraphicFramePr>
        <p:xfrm>
          <a:off x="4763911" y="609600"/>
          <a:ext cx="6735443" cy="556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79023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168</Words>
  <Application>Microsoft Office PowerPoint</Application>
  <PresentationFormat>Широкоэкранный</PresentationFormat>
  <Paragraphs>43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Тема Office</vt:lpstr>
      <vt:lpstr>Музыкальный плеер на Kotlin</vt:lpstr>
      <vt:lpstr>Цель: Разработать простое приложение для прослушивания музыки </vt:lpstr>
      <vt:lpstr>Стек технологий:</vt:lpstr>
      <vt:lpstr>Что умеет приложение:</vt:lpstr>
      <vt:lpstr>Структура проекта:</vt:lpstr>
      <vt:lpstr>Элементы UI:</vt:lpstr>
      <vt:lpstr>Ключевой код:</vt:lpstr>
      <vt:lpstr>Достигнуто:</vt:lpstr>
      <vt:lpstr>Возможные улучшения: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Егор Драбатулин</dc:creator>
  <cp:lastModifiedBy>Егор Драбатулин</cp:lastModifiedBy>
  <cp:revision>1</cp:revision>
  <dcterms:created xsi:type="dcterms:W3CDTF">2025-12-23T15:37:54Z</dcterms:created>
  <dcterms:modified xsi:type="dcterms:W3CDTF">2025-12-23T15:43:19Z</dcterms:modified>
</cp:coreProperties>
</file>